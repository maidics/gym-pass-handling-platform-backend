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</p:sldIdLst>
  <p:sldSz cy="8229600" cx="14630400"/>
  <p:notesSz cx="8229600" cy="14630400"/>
  <p:embeddedFontLst>
    <p:embeddedFont>
      <p:font typeface="Instrument Sans SemiBold"/>
      <p:regular r:id="rId23"/>
      <p:bold r:id="rId24"/>
      <p:italic r:id="rId25"/>
      <p:boldItalic r:id="rId26"/>
    </p:embeddedFont>
    <p:embeddedFont>
      <p:font typeface="Instrument Sans Medium"/>
      <p:regular r:id="rId27"/>
      <p:bold r:id="rId28"/>
      <p:italic r:id="rId29"/>
      <p:boldItalic r:id="rId30"/>
    </p:embeddedFont>
    <p:embeddedFont>
      <p:font typeface="Instrument Sans"/>
      <p:regular r:id="rId31"/>
      <p:bold r:id="rId32"/>
      <p:italic r:id="rId33"/>
      <p:boldItalic r:id="rId3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35" roundtripDataSignature="AMtx7mixwlr6c7jSutpttxyVc8rrE5HQ2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font" Target="fonts/InstrumentSansSemiBold-bold.fntdata"/><Relationship Id="rId23" Type="http://schemas.openxmlformats.org/officeDocument/2006/relationships/font" Target="fonts/InstrumentSansSemiBold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font" Target="fonts/InstrumentSansSemiBold-boldItalic.fntdata"/><Relationship Id="rId25" Type="http://schemas.openxmlformats.org/officeDocument/2006/relationships/font" Target="fonts/InstrumentSansSemiBold-italic.fntdata"/><Relationship Id="rId28" Type="http://schemas.openxmlformats.org/officeDocument/2006/relationships/font" Target="fonts/InstrumentSansMedium-bold.fntdata"/><Relationship Id="rId27" Type="http://schemas.openxmlformats.org/officeDocument/2006/relationships/font" Target="fonts/InstrumentSansMedium-regular.fntdata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font" Target="fonts/InstrumentSansMedium-italic.fntdata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31" Type="http://schemas.openxmlformats.org/officeDocument/2006/relationships/font" Target="fonts/InstrumentSans-regular.fntdata"/><Relationship Id="rId30" Type="http://schemas.openxmlformats.org/officeDocument/2006/relationships/font" Target="fonts/InstrumentSansMedium-boldItalic.fntdata"/><Relationship Id="rId11" Type="http://schemas.openxmlformats.org/officeDocument/2006/relationships/slide" Target="slides/slide7.xml"/><Relationship Id="rId33" Type="http://schemas.openxmlformats.org/officeDocument/2006/relationships/font" Target="fonts/InstrumentSans-italic.fntdata"/><Relationship Id="rId10" Type="http://schemas.openxmlformats.org/officeDocument/2006/relationships/slide" Target="slides/slide6.xml"/><Relationship Id="rId32" Type="http://schemas.openxmlformats.org/officeDocument/2006/relationships/font" Target="fonts/InstrumentSans-bold.fntdata"/><Relationship Id="rId13" Type="http://schemas.openxmlformats.org/officeDocument/2006/relationships/slide" Target="slides/slide9.xml"/><Relationship Id="rId35" Type="http://customschemas.google.com/relationships/presentationmetadata" Target="metadata"/><Relationship Id="rId12" Type="http://schemas.openxmlformats.org/officeDocument/2006/relationships/slide" Target="slides/slide8.xml"/><Relationship Id="rId34" Type="http://schemas.openxmlformats.org/officeDocument/2006/relationships/font" Target="fonts/InstrumentSans-boldItalic.fntdata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3" name="Google Shape;3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4" name="Google Shape;3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1" name="Google Shape;41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2" name="Google Shape;42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53" name="Google Shape;53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1" name="Google Shape;8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82" name="Google Shape;82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1" name="Google Shape;101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2" name="Google Shape;102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6" name="Google Shape;126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27" name="Google Shape;127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3a36e058cb8_0_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4" name="Google Shape;134;g3a36e058cb8_0_1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35" name="Google Shape;135;g3a36e058cb8_0_1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a36572254d_0_4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2" name="Google Shape;142;g3a36572254d_0_4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43" name="Google Shape;143;g3a36572254d_0_4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2" name="Google Shape;162;p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63" name="Google Shape;163;p7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0" name="Google Shape;170;p2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71" name="Google Shape;171;p2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8" name="Google Shape;178;p2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79" name="Google Shape;179;p23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6" name="Google Shape;186;p2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87" name="Google Shape;187;p2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4" name="Google Shape;194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95" name="Google Shape;195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2" name="Google Shape;202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03" name="Google Shape;203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0" name="Google Shape;210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11" name="Google Shape;211;p2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8" name="Google Shape;218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19" name="Google Shape;219;p2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6" name="Google Shape;22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27" name="Google Shape;227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3" name="Google Shape;233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34" name="Google Shape;234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1 master">
  <p:cSld name="Slide 1 master">
    <p:bg>
      <p:bgPr>
        <a:gradFill>
          <a:gsLst>
            <a:gs pos="0">
              <a:schemeClr val="lt1"/>
            </a:gs>
            <a:gs pos="50000">
              <a:srgbClr val="DEEEFF"/>
            </a:gs>
            <a:gs pos="75000">
              <a:srgbClr val="C8DEFA"/>
            </a:gs>
            <a:gs pos="100000">
              <a:srgbClr val="6E9CE7"/>
            </a:gs>
          </a:gsLst>
          <a:lin ang="0" scaled="0"/>
        </a:gradFill>
      </p:bgPr>
    </p:bg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2"/>
          <p:cNvSpPr txBox="1"/>
          <p:nvPr>
            <p:ph idx="12" type="sldNum"/>
          </p:nvPr>
        </p:nvSpPr>
        <p:spPr>
          <a:xfrm>
            <a:off x="230674" y="7399800"/>
            <a:ext cx="777000" cy="630000"/>
          </a:xfrm>
          <a:prstGeom prst="rect">
            <a:avLst/>
          </a:prstGeom>
          <a:noFill/>
          <a:ln>
            <a:noFill/>
          </a:ln>
        </p:spPr>
        <p:txBody>
          <a:bodyPr anchorCtr="0" anchor="t" bIns="134100" lIns="134100" spcFirstLastPara="1" rIns="134100" wrap="square" tIns="134100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2 master">
  <p:cSld name="Slide 2 mast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13"/>
          <p:cNvSpPr txBox="1"/>
          <p:nvPr>
            <p:ph idx="12" type="sldNum"/>
          </p:nvPr>
        </p:nvSpPr>
        <p:spPr>
          <a:xfrm>
            <a:off x="238374" y="7384400"/>
            <a:ext cx="684600" cy="630000"/>
          </a:xfrm>
          <a:prstGeom prst="rect">
            <a:avLst/>
          </a:prstGeom>
          <a:noFill/>
          <a:ln>
            <a:noFill/>
          </a:ln>
        </p:spPr>
        <p:txBody>
          <a:bodyPr anchorCtr="0" anchor="t" bIns="134100" lIns="134100" spcFirstLastPara="1" rIns="134100" wrap="square" tIns="134100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3 master">
  <p:cSld name="Slide 3 master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4"/>
          <p:cNvSpPr txBox="1"/>
          <p:nvPr>
            <p:ph idx="12" type="sldNum"/>
          </p:nvPr>
        </p:nvSpPr>
        <p:spPr>
          <a:xfrm>
            <a:off x="238374" y="7384400"/>
            <a:ext cx="684600" cy="630000"/>
          </a:xfrm>
          <a:prstGeom prst="rect">
            <a:avLst/>
          </a:prstGeom>
          <a:noFill/>
          <a:ln>
            <a:noFill/>
          </a:ln>
        </p:spPr>
        <p:txBody>
          <a:bodyPr anchorCtr="0" anchor="t" bIns="134100" lIns="134100" spcFirstLastPara="1" rIns="134100" wrap="square" tIns="134100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5 master">
  <p:cSld name="Slide 5 mast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6"/>
          <p:cNvSpPr txBox="1"/>
          <p:nvPr>
            <p:ph idx="12" type="sldNum"/>
          </p:nvPr>
        </p:nvSpPr>
        <p:spPr>
          <a:xfrm>
            <a:off x="238374" y="7384400"/>
            <a:ext cx="684600" cy="630000"/>
          </a:xfrm>
          <a:prstGeom prst="rect">
            <a:avLst/>
          </a:prstGeom>
          <a:noFill/>
          <a:ln>
            <a:noFill/>
          </a:ln>
        </p:spPr>
        <p:txBody>
          <a:bodyPr anchorCtr="0" anchor="t" bIns="134100" lIns="134100" spcFirstLastPara="1" rIns="134100" wrap="square" tIns="134100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6 master">
  <p:cSld name="Slide 6 master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7"/>
          <p:cNvSpPr txBox="1"/>
          <p:nvPr>
            <p:ph idx="12" type="sldNum"/>
          </p:nvPr>
        </p:nvSpPr>
        <p:spPr>
          <a:xfrm>
            <a:off x="238374" y="7384400"/>
            <a:ext cx="684600" cy="630000"/>
          </a:xfrm>
          <a:prstGeom prst="rect">
            <a:avLst/>
          </a:prstGeom>
          <a:noFill/>
          <a:ln>
            <a:noFill/>
          </a:ln>
        </p:spPr>
        <p:txBody>
          <a:bodyPr anchorCtr="0" anchor="t" bIns="134100" lIns="134100" spcFirstLastPara="1" rIns="134100" wrap="square" tIns="134100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8 master">
  <p:cSld name="Slide 8 master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9"/>
          <p:cNvSpPr txBox="1"/>
          <p:nvPr>
            <p:ph idx="12" type="sldNum"/>
          </p:nvPr>
        </p:nvSpPr>
        <p:spPr>
          <a:xfrm>
            <a:off x="238374" y="7384400"/>
            <a:ext cx="684600" cy="630000"/>
          </a:xfrm>
          <a:prstGeom prst="rect">
            <a:avLst/>
          </a:prstGeom>
          <a:noFill/>
          <a:ln>
            <a:noFill/>
          </a:ln>
        </p:spPr>
        <p:txBody>
          <a:bodyPr anchorCtr="0" anchor="t" bIns="134100" lIns="134100" spcFirstLastPara="1" rIns="134100" wrap="square" tIns="134100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9 master">
  <p:cSld name="Slide 9 master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20"/>
          <p:cNvSpPr txBox="1"/>
          <p:nvPr>
            <p:ph idx="12" type="sldNum"/>
          </p:nvPr>
        </p:nvSpPr>
        <p:spPr>
          <a:xfrm>
            <a:off x="238374" y="7384400"/>
            <a:ext cx="684600" cy="630000"/>
          </a:xfrm>
          <a:prstGeom prst="rect">
            <a:avLst/>
          </a:prstGeom>
          <a:noFill/>
          <a:ln>
            <a:noFill/>
          </a:ln>
        </p:spPr>
        <p:txBody>
          <a:bodyPr anchorCtr="0" anchor="t" bIns="134100" lIns="134100" spcFirstLastPara="1" rIns="134100" wrap="square" tIns="134100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10 master">
  <p:cSld name="Slide 10 master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21"/>
          <p:cNvSpPr txBox="1"/>
          <p:nvPr>
            <p:ph idx="12" type="sldNum"/>
          </p:nvPr>
        </p:nvSpPr>
        <p:spPr>
          <a:xfrm>
            <a:off x="238374" y="7384400"/>
            <a:ext cx="684600" cy="630000"/>
          </a:xfrm>
          <a:prstGeom prst="rect">
            <a:avLst/>
          </a:prstGeom>
          <a:noFill/>
          <a:ln>
            <a:noFill/>
          </a:ln>
        </p:spPr>
        <p:txBody>
          <a:bodyPr anchorCtr="0" anchor="t" bIns="134100" lIns="134100" spcFirstLastPara="1" rIns="134100" wrap="square" tIns="134100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4 master">
  <p:cSld name="Slide 4 mast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5"/>
          <p:cNvSpPr txBox="1"/>
          <p:nvPr>
            <p:ph idx="12" type="sldNum"/>
          </p:nvPr>
        </p:nvSpPr>
        <p:spPr>
          <a:xfrm>
            <a:off x="238374" y="7384400"/>
            <a:ext cx="684600" cy="630000"/>
          </a:xfrm>
          <a:prstGeom prst="rect">
            <a:avLst/>
          </a:prstGeom>
          <a:noFill/>
          <a:ln>
            <a:noFill/>
          </a:ln>
        </p:spPr>
        <p:txBody>
          <a:bodyPr anchorCtr="0" anchor="t" bIns="134100" lIns="134100" spcFirstLastPara="1" rIns="134100" wrap="square" tIns="134100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7 master">
  <p:cSld name="Slide 7 master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18"/>
          <p:cNvSpPr txBox="1"/>
          <p:nvPr>
            <p:ph idx="12" type="sldNum"/>
          </p:nvPr>
        </p:nvSpPr>
        <p:spPr>
          <a:xfrm>
            <a:off x="238374" y="7384400"/>
            <a:ext cx="684600" cy="630000"/>
          </a:xfrm>
          <a:prstGeom prst="rect">
            <a:avLst/>
          </a:prstGeom>
          <a:noFill/>
          <a:ln>
            <a:noFill/>
          </a:ln>
        </p:spPr>
        <p:txBody>
          <a:bodyPr anchorCtr="0" anchor="t" bIns="134100" lIns="134100" spcFirstLastPara="1" rIns="134100" wrap="square" tIns="134100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chemeClr val="lt1"/>
            </a:gs>
            <a:gs pos="50000">
              <a:srgbClr val="DEEEFF"/>
            </a:gs>
            <a:gs pos="75000">
              <a:srgbClr val="C8DEFA"/>
            </a:gs>
            <a:gs pos="100000">
              <a:srgbClr val="6E9CE7"/>
            </a:gs>
          </a:gsLst>
          <a:lin ang="0" scaled="0"/>
        </a:gra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1"/>
          <p:cNvSpPr txBox="1"/>
          <p:nvPr>
            <p:ph idx="12" type="sldNum"/>
          </p:nvPr>
        </p:nvSpPr>
        <p:spPr>
          <a:xfrm>
            <a:off x="238374" y="7384400"/>
            <a:ext cx="684600" cy="630000"/>
          </a:xfrm>
          <a:prstGeom prst="rect">
            <a:avLst/>
          </a:prstGeom>
          <a:noFill/>
          <a:ln>
            <a:noFill/>
          </a:ln>
        </p:spPr>
        <p:txBody>
          <a:bodyPr anchorCtr="0" anchor="t" bIns="134100" lIns="134100" spcFirstLastPara="1" rIns="134100" wrap="square" tIns="13410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png"/><Relationship Id="rId4" Type="http://schemas.openxmlformats.org/officeDocument/2006/relationships/image" Target="../media/image2.png"/><Relationship Id="rId5" Type="http://schemas.openxmlformats.org/officeDocument/2006/relationships/image" Target="../media/image10.png"/><Relationship Id="rId6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3.png"/><Relationship Id="rId4" Type="http://schemas.openxmlformats.org/officeDocument/2006/relationships/image" Target="../media/image5.png"/><Relationship Id="rId5" Type="http://schemas.openxmlformats.org/officeDocument/2006/relationships/image" Target="../media/image7.png"/><Relationship Id="rId6" Type="http://schemas.openxmlformats.org/officeDocument/2006/relationships/image" Target="../media/image12.png"/><Relationship Id="rId7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6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4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4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36" name="Google Shape;36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69680" y="0"/>
            <a:ext cx="5760720" cy="8229600"/>
          </a:xfrm>
          <a:prstGeom prst="rect">
            <a:avLst/>
          </a:prstGeom>
          <a:noFill/>
          <a:ln>
            <a:noFill/>
          </a:ln>
          <a:effectLst>
            <a:outerShdw blurRad="50800" rotWithShape="0" algn="tr" dir="8100000" dist="38100">
              <a:srgbClr val="000000">
                <a:alpha val="40000"/>
              </a:srgbClr>
            </a:outerShdw>
          </a:effectLst>
        </p:spPr>
      </p:pic>
      <p:sp>
        <p:nvSpPr>
          <p:cNvPr id="37" name="Google Shape;37;p1"/>
          <p:cNvSpPr/>
          <p:nvPr/>
        </p:nvSpPr>
        <p:spPr>
          <a:xfrm>
            <a:off x="578525" y="2627725"/>
            <a:ext cx="8379000" cy="15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4719"/>
              </a:lnSpc>
              <a:spcBef>
                <a:spcPts val="0"/>
              </a:spcBef>
              <a:spcAft>
                <a:spcPts val="0"/>
              </a:spcAft>
              <a:buClr>
                <a:srgbClr val="091C53"/>
              </a:buClr>
              <a:buSzPts val="4450"/>
              <a:buFont typeface="Instrument Sans SemiBold"/>
              <a:buNone/>
            </a:pPr>
            <a:r>
              <a:rPr b="1" i="0" lang="en-US" sz="4450" u="none" cap="none" strike="noStrike">
                <a:solidFill>
                  <a:srgbClr val="091C53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Jegy- és bérlet kezelő platform edzőtermek számára</a:t>
            </a:r>
            <a:endParaRPr b="0" i="0" sz="44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" name="Google Shape;38;p1"/>
          <p:cNvSpPr txBox="1"/>
          <p:nvPr>
            <p:ph idx="12" type="sldNum"/>
          </p:nvPr>
        </p:nvSpPr>
        <p:spPr>
          <a:xfrm>
            <a:off x="230674" y="7399800"/>
            <a:ext cx="777000" cy="630000"/>
          </a:xfrm>
          <a:prstGeom prst="rect">
            <a:avLst/>
          </a:prstGeom>
          <a:noFill/>
          <a:ln>
            <a:noFill/>
          </a:ln>
        </p:spPr>
        <p:txBody>
          <a:bodyPr anchorCtr="0" anchor="t" bIns="134100" lIns="134100" spcFirstLastPara="1" rIns="134100" wrap="square" tIns="1341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2"/>
          <p:cNvSpPr/>
          <p:nvPr/>
        </p:nvSpPr>
        <p:spPr>
          <a:xfrm>
            <a:off x="825700" y="975550"/>
            <a:ext cx="7473900" cy="80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4719"/>
              </a:lnSpc>
              <a:spcBef>
                <a:spcPts val="0"/>
              </a:spcBef>
              <a:spcAft>
                <a:spcPts val="0"/>
              </a:spcAft>
              <a:buClr>
                <a:srgbClr val="091C53"/>
              </a:buClr>
              <a:buSzPts val="4450"/>
              <a:buFont typeface="Instrument Sans SemiBold"/>
              <a:buNone/>
            </a:pPr>
            <a:r>
              <a:rPr b="1" i="0" lang="en-US" sz="4450" u="none" cap="none" strike="noStrike">
                <a:solidFill>
                  <a:srgbClr val="091C53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Kiindulási Probléma</a:t>
            </a:r>
            <a:endParaRPr b="0" i="0" sz="44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" name="Google Shape;45;p2"/>
          <p:cNvSpPr/>
          <p:nvPr/>
        </p:nvSpPr>
        <p:spPr>
          <a:xfrm>
            <a:off x="1116325" y="2369875"/>
            <a:ext cx="9224700" cy="250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33375" lvl="0" marL="457200" marR="0" rtl="0" algn="l">
              <a:lnSpc>
                <a:spcPct val="124528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650"/>
              <a:buFont typeface="Instrument Sans Medium"/>
              <a:buChar char="•"/>
            </a:pPr>
            <a:r>
              <a:rPr b="0" i="0" lang="en-US" sz="2450" u="none" cap="none" strike="noStrike">
                <a:solidFill>
                  <a:srgbClr val="091C53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Az egyetemi Brick Zone edzőterem még mindig papír alapú bérletekkel működik</a:t>
            </a:r>
            <a:endParaRPr b="0" i="0" sz="2450" u="none" cap="none" strike="noStrike">
              <a:solidFill>
                <a:srgbClr val="091C53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indent="-384175" lvl="0" marL="457200" marR="0" rtl="0" algn="l">
              <a:lnSpc>
                <a:spcPct val="124528"/>
              </a:lnSpc>
              <a:spcBef>
                <a:spcPts val="0"/>
              </a:spcBef>
              <a:spcAft>
                <a:spcPts val="0"/>
              </a:spcAft>
              <a:buClr>
                <a:srgbClr val="091C53"/>
              </a:buClr>
              <a:buSzPts val="2450"/>
              <a:buFont typeface="Instrument Sans"/>
              <a:buChar char="•"/>
            </a:pPr>
            <a:r>
              <a:rPr b="0" i="0" lang="en-US" sz="2450" u="none" cap="none" strike="noStrike">
                <a:solidFill>
                  <a:srgbClr val="091C53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Ezt a bérletet könnyű otthon hagyni vagy elveszíteni</a:t>
            </a:r>
            <a:endParaRPr b="0" i="0" sz="2450" u="none" cap="none" strike="noStrike">
              <a:solidFill>
                <a:srgbClr val="091C53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indent="-384175" lvl="0" marL="457200" marR="0" rtl="0" algn="l">
              <a:lnSpc>
                <a:spcPct val="124528"/>
              </a:lnSpc>
              <a:spcBef>
                <a:spcPts val="0"/>
              </a:spcBef>
              <a:spcAft>
                <a:spcPts val="0"/>
              </a:spcAft>
              <a:buClr>
                <a:srgbClr val="091C53"/>
              </a:buClr>
              <a:buSzPts val="2450"/>
              <a:buFont typeface="Instrument Sans"/>
              <a:buChar char="•"/>
            </a:pPr>
            <a:r>
              <a:rPr b="0" i="0" lang="en-US" sz="2450" u="none" cap="none" strike="noStrike">
                <a:solidFill>
                  <a:srgbClr val="091C53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Egy alkalmazás digitálisan kezelné a bérletet – gyorsabban egyszerűbben és biztonságosabban</a:t>
            </a:r>
            <a:endParaRPr b="0" i="0" sz="2450" u="none" cap="none" strike="noStrike">
              <a:solidFill>
                <a:srgbClr val="091C53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6" name="Google Shape;46;p2"/>
          <p:cNvSpPr txBox="1"/>
          <p:nvPr>
            <p:ph idx="12" type="sldNum"/>
          </p:nvPr>
        </p:nvSpPr>
        <p:spPr>
          <a:xfrm>
            <a:off x="238374" y="7384400"/>
            <a:ext cx="684600" cy="630000"/>
          </a:xfrm>
          <a:prstGeom prst="rect">
            <a:avLst/>
          </a:prstGeom>
          <a:noFill/>
          <a:ln>
            <a:noFill/>
          </a:ln>
        </p:spPr>
        <p:txBody>
          <a:bodyPr anchorCtr="0" anchor="t" bIns="134100" lIns="134100" spcFirstLastPara="1" rIns="134100" wrap="square" tIns="1341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47" name="Google Shape;47;p2" title="4rEFMfdHylp-o71qKYlzQ-removebg-preview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423900" y="3253925"/>
            <a:ext cx="4416125" cy="4416125"/>
          </a:xfrm>
          <a:prstGeom prst="rect">
            <a:avLst/>
          </a:prstGeom>
          <a:noFill/>
          <a:ln>
            <a:noFill/>
          </a:ln>
          <a:effectLst>
            <a:outerShdw blurRad="50800" rotWithShape="0" algn="tr" dir="8100000" dist="38100">
              <a:srgbClr val="000000">
                <a:alpha val="40000"/>
              </a:srgbClr>
            </a:outerShdw>
          </a:effectLst>
        </p:spPr>
      </p:pic>
      <p:sp>
        <p:nvSpPr>
          <p:cNvPr id="48" name="Google Shape;48;p2"/>
          <p:cNvSpPr/>
          <p:nvPr/>
        </p:nvSpPr>
        <p:spPr>
          <a:xfrm>
            <a:off x="825698" y="5132400"/>
            <a:ext cx="8716885" cy="80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47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000" u="none" cap="none" strike="noStrike">
                <a:solidFill>
                  <a:srgbClr val="091C53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Megoldás:</a:t>
            </a:r>
            <a:endParaRPr b="1" i="0" sz="4000" u="none" cap="none" strike="noStrike">
              <a:solidFill>
                <a:srgbClr val="091C53"/>
              </a:solidFill>
              <a:latin typeface="Instrument Sans SemiBold"/>
              <a:ea typeface="Instrument Sans SemiBold"/>
              <a:cs typeface="Instrument Sans SemiBold"/>
              <a:sym typeface="Instrument Sans SemiBold"/>
            </a:endParaRPr>
          </a:p>
        </p:txBody>
      </p:sp>
      <p:sp>
        <p:nvSpPr>
          <p:cNvPr id="49" name="Google Shape;49;p2"/>
          <p:cNvSpPr/>
          <p:nvPr/>
        </p:nvSpPr>
        <p:spPr>
          <a:xfrm>
            <a:off x="922974" y="5955850"/>
            <a:ext cx="9224700" cy="591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33375" lvl="0" marL="457200" marR="0" rtl="0" algn="l">
              <a:lnSpc>
                <a:spcPct val="124528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650"/>
              <a:buFont typeface="Instrument Sans Medium"/>
              <a:buChar char="•"/>
            </a:pPr>
            <a:r>
              <a:rPr b="0" i="0" lang="en-US" sz="2450" u="none" cap="none" strike="noStrike">
                <a:solidFill>
                  <a:srgbClr val="091C53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Jegy- és bérlet kezelő platform edzőtermek számára</a:t>
            </a:r>
            <a:endParaRPr b="0" i="0" sz="2450" u="none" cap="none" strike="noStrike">
              <a:solidFill>
                <a:srgbClr val="091C53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3"/>
          <p:cNvSpPr/>
          <p:nvPr/>
        </p:nvSpPr>
        <p:spPr>
          <a:xfrm>
            <a:off x="780812" y="4203978"/>
            <a:ext cx="13068776" cy="30480"/>
          </a:xfrm>
          <a:prstGeom prst="roundRect">
            <a:avLst>
              <a:gd fmla="val 658788" name="adj"/>
            </a:avLst>
          </a:prstGeom>
          <a:solidFill>
            <a:srgbClr val="7FA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" name="Google Shape;56;p3"/>
          <p:cNvSpPr/>
          <p:nvPr/>
        </p:nvSpPr>
        <p:spPr>
          <a:xfrm>
            <a:off x="521006" y="314661"/>
            <a:ext cx="2538900" cy="78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6136"/>
              </a:lnSpc>
              <a:spcBef>
                <a:spcPts val="0"/>
              </a:spcBef>
              <a:spcAft>
                <a:spcPts val="0"/>
              </a:spcAft>
              <a:buClr>
                <a:srgbClr val="091C53"/>
              </a:buClr>
              <a:buSzPts val="4400"/>
              <a:buFont typeface="Instrument Sans SemiBold"/>
              <a:buNone/>
            </a:pPr>
            <a:r>
              <a:rPr b="1" i="0" lang="en-US" sz="4400" u="none" cap="none" strike="noStrike">
                <a:solidFill>
                  <a:srgbClr val="091C53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Tervezés</a:t>
            </a:r>
            <a:endParaRPr b="0" i="0" sz="4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" name="Google Shape;57;p3"/>
          <p:cNvSpPr txBox="1"/>
          <p:nvPr>
            <p:ph idx="12" type="sldNum"/>
          </p:nvPr>
        </p:nvSpPr>
        <p:spPr>
          <a:xfrm>
            <a:off x="238374" y="7384400"/>
            <a:ext cx="684600" cy="630000"/>
          </a:xfrm>
          <a:prstGeom prst="rect">
            <a:avLst/>
          </a:prstGeom>
          <a:noFill/>
          <a:ln>
            <a:noFill/>
          </a:ln>
        </p:spPr>
        <p:txBody>
          <a:bodyPr anchorCtr="0" anchor="t" bIns="134100" lIns="134100" spcFirstLastPara="1" rIns="134100" wrap="square" tIns="1341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8" name="Google Shape;58;p3"/>
          <p:cNvSpPr/>
          <p:nvPr/>
        </p:nvSpPr>
        <p:spPr>
          <a:xfrm>
            <a:off x="3295650" y="3534728"/>
            <a:ext cx="30480" cy="669250"/>
          </a:xfrm>
          <a:prstGeom prst="roundRect">
            <a:avLst>
              <a:gd fmla="val 658788" name="adj"/>
            </a:avLst>
          </a:prstGeom>
          <a:solidFill>
            <a:srgbClr val="7FA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3"/>
          <p:cNvSpPr/>
          <p:nvPr/>
        </p:nvSpPr>
        <p:spPr>
          <a:xfrm>
            <a:off x="3059906" y="3952994"/>
            <a:ext cx="501968" cy="501968"/>
          </a:xfrm>
          <a:prstGeom prst="roundRect">
            <a:avLst>
              <a:gd fmla="val 40002" name="adj"/>
            </a:avLst>
          </a:prstGeom>
          <a:solidFill>
            <a:srgbClr val="7FA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" name="Google Shape;60;p3"/>
          <p:cNvSpPr/>
          <p:nvPr/>
        </p:nvSpPr>
        <p:spPr>
          <a:xfrm>
            <a:off x="3143607" y="4036695"/>
            <a:ext cx="334566" cy="41826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0" i="0" lang="en-US" sz="2600" u="none" cap="none" strike="noStrike">
                <a:solidFill>
                  <a:srgbClr val="1E3063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1</a:t>
            </a:r>
            <a:endParaRPr b="0" i="0" sz="2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" name="Google Shape;61;p3"/>
          <p:cNvSpPr/>
          <p:nvPr/>
        </p:nvSpPr>
        <p:spPr>
          <a:xfrm>
            <a:off x="1003816" y="2486145"/>
            <a:ext cx="4614148" cy="10708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50"/>
              <a:buFont typeface="Arial"/>
              <a:buNone/>
            </a:pPr>
            <a:r>
              <a:rPr b="0" i="0" lang="en-US" sz="1750" u="none" cap="none" strike="noStrike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Az app alapvető funkcionalistásának implementálása a fizetési logika nélkül</a:t>
            </a:r>
            <a:endParaRPr b="0" i="0" sz="17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" name="Google Shape;62;p3"/>
          <p:cNvSpPr/>
          <p:nvPr/>
        </p:nvSpPr>
        <p:spPr>
          <a:xfrm>
            <a:off x="5965150" y="4203978"/>
            <a:ext cx="30480" cy="669250"/>
          </a:xfrm>
          <a:prstGeom prst="roundRect">
            <a:avLst>
              <a:gd fmla="val 658788" name="adj"/>
            </a:avLst>
          </a:prstGeom>
          <a:solidFill>
            <a:srgbClr val="7FA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" name="Google Shape;63;p3"/>
          <p:cNvSpPr/>
          <p:nvPr/>
        </p:nvSpPr>
        <p:spPr>
          <a:xfrm>
            <a:off x="5729407" y="3952994"/>
            <a:ext cx="501968" cy="501968"/>
          </a:xfrm>
          <a:prstGeom prst="roundRect">
            <a:avLst>
              <a:gd fmla="val 40002" name="adj"/>
            </a:avLst>
          </a:prstGeom>
          <a:solidFill>
            <a:srgbClr val="7FA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3"/>
          <p:cNvSpPr/>
          <p:nvPr/>
        </p:nvSpPr>
        <p:spPr>
          <a:xfrm>
            <a:off x="5813107" y="4036695"/>
            <a:ext cx="334566" cy="41826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0" i="0" lang="en-US" sz="2600" u="none" cap="none" strike="noStrike">
                <a:solidFill>
                  <a:srgbClr val="1E3063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2</a:t>
            </a:r>
            <a:endParaRPr b="0" i="0" sz="2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3"/>
          <p:cNvSpPr/>
          <p:nvPr/>
        </p:nvSpPr>
        <p:spPr>
          <a:xfrm>
            <a:off x="3849528" y="5096351"/>
            <a:ext cx="4231244" cy="3484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558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50"/>
              <a:buFont typeface="Arial"/>
              <a:buNone/>
            </a:pPr>
            <a:r>
              <a:rPr b="1" i="0" lang="en-US" sz="2150" u="none" cap="none" strike="noStrike">
                <a:solidFill>
                  <a:srgbClr val="1E3063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II. Fázis - Fizetés</a:t>
            </a:r>
            <a:endParaRPr b="1" i="0" sz="21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" name="Google Shape;66;p3"/>
          <p:cNvSpPr/>
          <p:nvPr/>
        </p:nvSpPr>
        <p:spPr>
          <a:xfrm>
            <a:off x="3673316" y="5578673"/>
            <a:ext cx="4614148" cy="10708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50"/>
              <a:buFont typeface="Arial"/>
              <a:buNone/>
            </a:pPr>
            <a:r>
              <a:rPr b="0" i="0" lang="en-US" sz="1750" u="none" cap="none" strike="noStrike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Fizetési logika kiépítése hibakezeléssel, új entitásokkal, 3</a:t>
            </a:r>
            <a:r>
              <a:rPr b="0" baseline="30000" i="0" lang="en-US" sz="1750" u="none" cap="none" strike="noStrike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rd</a:t>
            </a:r>
            <a:r>
              <a:rPr b="0" i="0" lang="en-US" sz="1750" u="none" cap="none" strike="noStrike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 Party szolgáltatás integrálása: </a:t>
            </a:r>
            <a:r>
              <a:rPr b="0" i="1" lang="en-US" sz="1750" u="none" cap="none" strike="noStrike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Stripe</a:t>
            </a:r>
            <a:endParaRPr b="0" i="1" sz="17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" name="Google Shape;67;p3"/>
          <p:cNvSpPr/>
          <p:nvPr/>
        </p:nvSpPr>
        <p:spPr>
          <a:xfrm>
            <a:off x="8634651" y="3534728"/>
            <a:ext cx="30480" cy="669250"/>
          </a:xfrm>
          <a:prstGeom prst="roundRect">
            <a:avLst>
              <a:gd fmla="val 658788" name="adj"/>
            </a:avLst>
          </a:prstGeom>
          <a:solidFill>
            <a:srgbClr val="7FA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3"/>
          <p:cNvSpPr/>
          <p:nvPr/>
        </p:nvSpPr>
        <p:spPr>
          <a:xfrm>
            <a:off x="8398907" y="3952994"/>
            <a:ext cx="501968" cy="501968"/>
          </a:xfrm>
          <a:prstGeom prst="roundRect">
            <a:avLst>
              <a:gd fmla="val 40002" name="adj"/>
            </a:avLst>
          </a:prstGeom>
          <a:solidFill>
            <a:srgbClr val="7FA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" name="Google Shape;69;p3"/>
          <p:cNvSpPr/>
          <p:nvPr/>
        </p:nvSpPr>
        <p:spPr>
          <a:xfrm>
            <a:off x="8482608" y="4050286"/>
            <a:ext cx="334566" cy="41826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0" i="0" lang="en-US" sz="2600" u="none" cap="none" strike="noStrike">
                <a:solidFill>
                  <a:srgbClr val="1E3063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3</a:t>
            </a:r>
            <a:endParaRPr b="0" i="0" sz="2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3"/>
          <p:cNvSpPr/>
          <p:nvPr/>
        </p:nvSpPr>
        <p:spPr>
          <a:xfrm>
            <a:off x="6358057" y="2397425"/>
            <a:ext cx="4614148" cy="1167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50"/>
              <a:buFont typeface="Arial"/>
              <a:buNone/>
            </a:pPr>
            <a:r>
              <a:rPr b="0" i="0" lang="en-US" sz="1750" u="none" cap="none" strike="noStrike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Alap funkcionalitás bővítése mellék funkciókkal: eventek, emailek</a:t>
            </a:r>
            <a:endParaRPr b="0" i="0" sz="1750" u="none" cap="none" strike="noStrike">
              <a:solidFill>
                <a:srgbClr val="1E3063"/>
              </a:solidFill>
              <a:latin typeface="Instrument Sans Medium"/>
              <a:ea typeface="Instrument Sans Medium"/>
              <a:cs typeface="Instrument Sans Medium"/>
              <a:sym typeface="Instrument Sans Medium"/>
            </a:endParaRPr>
          </a:p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50"/>
              <a:buFont typeface="Arial"/>
              <a:buNone/>
            </a:pPr>
            <a:r>
              <a:rPr b="1" i="1" lang="en-US" sz="1750" u="none" cap="none" strike="noStrike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(Szakdolgozat cél)</a:t>
            </a:r>
            <a:endParaRPr/>
          </a:p>
        </p:txBody>
      </p:sp>
      <p:sp>
        <p:nvSpPr>
          <p:cNvPr id="71" name="Google Shape;71;p3"/>
          <p:cNvSpPr/>
          <p:nvPr/>
        </p:nvSpPr>
        <p:spPr>
          <a:xfrm>
            <a:off x="11304151" y="4203978"/>
            <a:ext cx="30480" cy="669250"/>
          </a:xfrm>
          <a:prstGeom prst="roundRect">
            <a:avLst>
              <a:gd fmla="val 658788" name="adj"/>
            </a:avLst>
          </a:prstGeom>
          <a:solidFill>
            <a:srgbClr val="7FA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" name="Google Shape;72;p3"/>
          <p:cNvSpPr/>
          <p:nvPr/>
        </p:nvSpPr>
        <p:spPr>
          <a:xfrm>
            <a:off x="11068407" y="3952994"/>
            <a:ext cx="501968" cy="501968"/>
          </a:xfrm>
          <a:prstGeom prst="roundRect">
            <a:avLst>
              <a:gd fmla="val 40002" name="adj"/>
            </a:avLst>
          </a:prstGeom>
          <a:solidFill>
            <a:srgbClr val="7FA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" name="Google Shape;73;p3"/>
          <p:cNvSpPr/>
          <p:nvPr/>
        </p:nvSpPr>
        <p:spPr>
          <a:xfrm>
            <a:off x="11152108" y="4050285"/>
            <a:ext cx="334566" cy="41826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0" i="0" lang="en-US" sz="2600" u="none" cap="none" strike="noStrike">
                <a:solidFill>
                  <a:srgbClr val="1E3063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4</a:t>
            </a:r>
            <a:endParaRPr b="0" i="0" sz="2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" name="Google Shape;74;p3"/>
          <p:cNvSpPr/>
          <p:nvPr/>
        </p:nvSpPr>
        <p:spPr>
          <a:xfrm>
            <a:off x="8427813" y="5053539"/>
            <a:ext cx="5783155" cy="3484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558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50"/>
              <a:buFont typeface="Arial"/>
              <a:buNone/>
            </a:pPr>
            <a:r>
              <a:rPr b="1" i="0" lang="en-US" sz="2150" u="none" cap="none" strike="noStrike">
                <a:solidFill>
                  <a:srgbClr val="1E3063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IV. Fázis – Biztonság és hibatűrés</a:t>
            </a:r>
            <a:endParaRPr b="1" i="0" sz="21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" name="Google Shape;75;p3"/>
          <p:cNvSpPr/>
          <p:nvPr/>
        </p:nvSpPr>
        <p:spPr>
          <a:xfrm>
            <a:off x="9012317" y="5578673"/>
            <a:ext cx="4614148" cy="10708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50"/>
              <a:buFont typeface="Arial"/>
              <a:buNone/>
            </a:pPr>
            <a:r>
              <a:rPr b="0" i="0" lang="en-US" sz="1750" u="none" cap="none" strike="noStrike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Autentiáció és autorizációs sémék bővítése, bejövő kérések korlátozása és a kimenő kérések hibatűrésének bővítése</a:t>
            </a:r>
            <a:endParaRPr b="0" i="0" sz="17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3"/>
          <p:cNvSpPr/>
          <p:nvPr/>
        </p:nvSpPr>
        <p:spPr>
          <a:xfrm>
            <a:off x="1097726" y="1960754"/>
            <a:ext cx="4395848" cy="3484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558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50"/>
              <a:buFont typeface="Arial"/>
              <a:buNone/>
            </a:pPr>
            <a:r>
              <a:rPr b="1" i="0" lang="en-US" sz="2150" u="none" cap="none" strike="noStrike">
                <a:solidFill>
                  <a:srgbClr val="1E3063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I. Fázis - Alapfunkciók</a:t>
            </a:r>
            <a:endParaRPr b="1" i="0" sz="21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" name="Google Shape;77;p3"/>
          <p:cNvSpPr/>
          <p:nvPr/>
        </p:nvSpPr>
        <p:spPr>
          <a:xfrm>
            <a:off x="6327577" y="1960754"/>
            <a:ext cx="4614148" cy="3484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558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50"/>
              <a:buFont typeface="Arial"/>
              <a:buNone/>
            </a:pPr>
            <a:r>
              <a:rPr b="1" i="0" lang="en-US" sz="2150" u="none" cap="none" strike="noStrike">
                <a:solidFill>
                  <a:srgbClr val="1E3063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III. Fázis – Mellékfunkciók</a:t>
            </a:r>
            <a:endParaRPr b="1" i="0" sz="21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3"/>
          <p:cNvSpPr/>
          <p:nvPr/>
        </p:nvSpPr>
        <p:spPr>
          <a:xfrm>
            <a:off x="3478173" y="4873229"/>
            <a:ext cx="5004435" cy="1837290"/>
          </a:xfrm>
          <a:prstGeom prst="rect">
            <a:avLst/>
          </a:prstGeom>
          <a:noFill/>
          <a:ln cap="flat" cmpd="sng" w="25400">
            <a:solidFill>
              <a:srgbClr val="7FA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4"/>
          <p:cNvSpPr/>
          <p:nvPr/>
        </p:nvSpPr>
        <p:spPr>
          <a:xfrm>
            <a:off x="3481330" y="5079975"/>
            <a:ext cx="7532120" cy="1839000"/>
          </a:xfrm>
          <a:prstGeom prst="roundRect">
            <a:avLst>
              <a:gd fmla="val 6180" name="adj"/>
            </a:avLst>
          </a:prstGeom>
          <a:gradFill>
            <a:gsLst>
              <a:gs pos="0">
                <a:schemeClr val="lt1"/>
              </a:gs>
              <a:gs pos="100000">
                <a:srgbClr val="7F7F7F"/>
              </a:gs>
            </a:gsLst>
            <a:lin ang="16200000" scaled="0"/>
          </a:gradFill>
          <a:ln>
            <a:noFill/>
          </a:ln>
          <a:effectLst>
            <a:outerShdw blurRad="50800" rotWithShape="0" algn="tr" dir="8100000" dist="381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" name="Google Shape;85;p4"/>
          <p:cNvSpPr/>
          <p:nvPr/>
        </p:nvSpPr>
        <p:spPr>
          <a:xfrm>
            <a:off x="7861725" y="1986450"/>
            <a:ext cx="5430900" cy="2511600"/>
          </a:xfrm>
          <a:prstGeom prst="roundRect">
            <a:avLst>
              <a:gd fmla="val 6180" name="adj"/>
            </a:avLst>
          </a:prstGeom>
          <a:gradFill>
            <a:gsLst>
              <a:gs pos="0">
                <a:schemeClr val="lt1"/>
              </a:gs>
              <a:gs pos="100000">
                <a:srgbClr val="FD6F6F"/>
              </a:gs>
            </a:gsLst>
            <a:lin ang="16200000" scaled="0"/>
          </a:gradFill>
          <a:ln>
            <a:noFill/>
          </a:ln>
          <a:effectLst>
            <a:outerShdw blurRad="50800" rotWithShape="0" algn="tr" dir="8100000" dist="381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Google Shape;86;p4"/>
          <p:cNvSpPr/>
          <p:nvPr/>
        </p:nvSpPr>
        <p:spPr>
          <a:xfrm>
            <a:off x="4981881" y="632279"/>
            <a:ext cx="5430900" cy="78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6136"/>
              </a:lnSpc>
              <a:spcBef>
                <a:spcPts val="0"/>
              </a:spcBef>
              <a:spcAft>
                <a:spcPts val="0"/>
              </a:spcAft>
              <a:buClr>
                <a:srgbClr val="091C53"/>
              </a:buClr>
              <a:buSzPts val="4400"/>
              <a:buFont typeface="Instrument Sans SemiBold"/>
              <a:buNone/>
            </a:pPr>
            <a:r>
              <a:rPr b="1" i="0" lang="en-US" sz="4400" u="none" cap="none" strike="noStrike">
                <a:solidFill>
                  <a:srgbClr val="091C53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Technólógiai Stack</a:t>
            </a:r>
            <a:endParaRPr b="0" i="0" sz="4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p4"/>
          <p:cNvSpPr/>
          <p:nvPr/>
        </p:nvSpPr>
        <p:spPr>
          <a:xfrm>
            <a:off x="1401600" y="1986450"/>
            <a:ext cx="5430900" cy="2511600"/>
          </a:xfrm>
          <a:prstGeom prst="roundRect">
            <a:avLst>
              <a:gd fmla="val 6180" name="adj"/>
            </a:avLst>
          </a:prstGeom>
          <a:gradFill>
            <a:gsLst>
              <a:gs pos="0">
                <a:schemeClr val="lt1"/>
              </a:gs>
              <a:gs pos="100000">
                <a:srgbClr val="6E9CE7"/>
              </a:gs>
            </a:gsLst>
            <a:lin ang="16800000" scaled="0"/>
          </a:gradFill>
          <a:ln>
            <a:noFill/>
          </a:ln>
          <a:effectLst>
            <a:outerShdw blurRad="50800" rotWithShape="0" algn="tr" dir="8100000" dist="381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4"/>
          <p:cNvSpPr txBox="1"/>
          <p:nvPr>
            <p:ph idx="12" type="sldNum"/>
          </p:nvPr>
        </p:nvSpPr>
        <p:spPr>
          <a:xfrm>
            <a:off x="238374" y="7384400"/>
            <a:ext cx="684600" cy="630000"/>
          </a:xfrm>
          <a:prstGeom prst="rect">
            <a:avLst/>
          </a:prstGeom>
          <a:noFill/>
          <a:ln>
            <a:noFill/>
          </a:ln>
        </p:spPr>
        <p:txBody>
          <a:bodyPr anchorCtr="0" anchor="t" bIns="134100" lIns="134100" spcFirstLastPara="1" rIns="134100" wrap="square" tIns="1341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89" name="Google Shape;89;p4"/>
          <p:cNvSpPr txBox="1"/>
          <p:nvPr/>
        </p:nvSpPr>
        <p:spPr>
          <a:xfrm>
            <a:off x="1516500" y="2037244"/>
            <a:ext cx="3265500" cy="4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24719"/>
              </a:lnSpc>
              <a:spcBef>
                <a:spcPts val="0"/>
              </a:spcBef>
              <a:spcAft>
                <a:spcPts val="0"/>
              </a:spcAft>
              <a:buClr>
                <a:srgbClr val="091C53"/>
              </a:buClr>
              <a:buSzPts val="4450"/>
              <a:buFont typeface="Instrument Sans SemiBold"/>
              <a:buNone/>
            </a:pPr>
            <a:r>
              <a:rPr b="1" i="0" lang="en-US" sz="2350" u="none" cap="none" strike="noStrike">
                <a:solidFill>
                  <a:srgbClr val="091C53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Backend &amp; Adatbázis</a:t>
            </a:r>
            <a:endParaRPr b="1" i="0" sz="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4"/>
          <p:cNvSpPr/>
          <p:nvPr/>
        </p:nvSpPr>
        <p:spPr>
          <a:xfrm>
            <a:off x="2181450" y="2830746"/>
            <a:ext cx="1935600" cy="127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71475" lvl="0" marL="457200" marR="0" rtl="0" algn="l">
              <a:lnSpc>
                <a:spcPct val="124528"/>
              </a:lnSpc>
              <a:spcBef>
                <a:spcPts val="0"/>
              </a:spcBef>
              <a:spcAft>
                <a:spcPts val="0"/>
              </a:spcAft>
              <a:buClr>
                <a:srgbClr val="091C53"/>
              </a:buClr>
              <a:buSzPts val="2250"/>
              <a:buFont typeface="Instrument Sans"/>
              <a:buChar char="•"/>
            </a:pPr>
            <a:r>
              <a:rPr b="0" i="0" lang="en-US" sz="2250" u="none" cap="none" strike="noStrike">
                <a:solidFill>
                  <a:srgbClr val="091C53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C#</a:t>
            </a:r>
            <a:endParaRPr b="0" i="0" sz="2250" u="none" cap="none" strike="noStrike">
              <a:solidFill>
                <a:srgbClr val="091C53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indent="-371475" lvl="0" marL="457200" marR="0" rtl="0" algn="l">
              <a:lnSpc>
                <a:spcPct val="124528"/>
              </a:lnSpc>
              <a:spcBef>
                <a:spcPts val="0"/>
              </a:spcBef>
              <a:spcAft>
                <a:spcPts val="0"/>
              </a:spcAft>
              <a:buClr>
                <a:srgbClr val="091C53"/>
              </a:buClr>
              <a:buSzPts val="2250"/>
              <a:buFont typeface="Instrument Sans"/>
              <a:buChar char="•"/>
            </a:pPr>
            <a:r>
              <a:rPr b="0" i="0" lang="en-US" sz="2250" u="none" cap="none" strike="noStrike">
                <a:solidFill>
                  <a:srgbClr val="091C53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.NET 9</a:t>
            </a:r>
            <a:endParaRPr b="0" i="0" sz="2250" u="none" cap="none" strike="noStrike">
              <a:solidFill>
                <a:srgbClr val="091C53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indent="-371475" lvl="0" marL="457200" marR="0" rtl="0" algn="l">
              <a:lnSpc>
                <a:spcPct val="124528"/>
              </a:lnSpc>
              <a:spcBef>
                <a:spcPts val="0"/>
              </a:spcBef>
              <a:spcAft>
                <a:spcPts val="0"/>
              </a:spcAft>
              <a:buClr>
                <a:srgbClr val="091C53"/>
              </a:buClr>
              <a:buSzPts val="2250"/>
              <a:buFont typeface="Instrument Sans"/>
              <a:buChar char="•"/>
            </a:pPr>
            <a:r>
              <a:rPr b="0" i="0" lang="en-US" sz="2250" u="none" cap="none" strike="noStrike">
                <a:solidFill>
                  <a:srgbClr val="091C53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MSSQL</a:t>
            </a:r>
            <a:endParaRPr b="0" i="0" sz="2250" u="none" cap="none" strike="noStrike">
              <a:solidFill>
                <a:srgbClr val="091C53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1" name="Google Shape;91;p4"/>
          <p:cNvSpPr txBox="1"/>
          <p:nvPr/>
        </p:nvSpPr>
        <p:spPr>
          <a:xfrm>
            <a:off x="8035753" y="2014409"/>
            <a:ext cx="1574100" cy="4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2471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50"/>
              <a:buFont typeface="Arial"/>
              <a:buNone/>
            </a:pPr>
            <a:r>
              <a:rPr b="1" i="0" lang="en-US" sz="2350" u="none" cap="none" strike="noStrike">
                <a:solidFill>
                  <a:srgbClr val="091C53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Frontend</a:t>
            </a:r>
            <a:endParaRPr b="1" i="0" sz="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p4"/>
          <p:cNvSpPr/>
          <p:nvPr/>
        </p:nvSpPr>
        <p:spPr>
          <a:xfrm>
            <a:off x="8383951" y="2800952"/>
            <a:ext cx="3571200" cy="121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71475" lvl="0" marL="457200" marR="0" rtl="0" algn="l">
              <a:lnSpc>
                <a:spcPct val="124528"/>
              </a:lnSpc>
              <a:spcBef>
                <a:spcPts val="0"/>
              </a:spcBef>
              <a:spcAft>
                <a:spcPts val="0"/>
              </a:spcAft>
              <a:buClr>
                <a:srgbClr val="091C53"/>
              </a:buClr>
              <a:buSzPts val="2250"/>
              <a:buFont typeface="Instrument Sans"/>
              <a:buChar char="•"/>
            </a:pPr>
            <a:r>
              <a:rPr b="0" i="0" lang="en-US" sz="2250" u="none" cap="none" strike="noStrike">
                <a:solidFill>
                  <a:srgbClr val="091C53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Webes felület</a:t>
            </a:r>
            <a:endParaRPr b="0" i="0" sz="2250" u="none" cap="none" strike="noStrike">
              <a:solidFill>
                <a:srgbClr val="091C53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indent="-371475" lvl="0" marL="457200" marR="0" rtl="0" algn="l">
              <a:lnSpc>
                <a:spcPct val="124528"/>
              </a:lnSpc>
              <a:spcBef>
                <a:spcPts val="0"/>
              </a:spcBef>
              <a:spcAft>
                <a:spcPts val="0"/>
              </a:spcAft>
              <a:buClr>
                <a:srgbClr val="091C53"/>
              </a:buClr>
              <a:buSzPts val="2250"/>
              <a:buFont typeface="Instrument Sans"/>
              <a:buChar char="•"/>
            </a:pPr>
            <a:r>
              <a:rPr b="0" i="0" lang="en-US" sz="2250" u="none" cap="none" strike="noStrike">
                <a:solidFill>
                  <a:srgbClr val="091C53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TypeScript + React</a:t>
            </a:r>
            <a:endParaRPr b="0" i="0" sz="2250" u="none" cap="none" strike="noStrike">
              <a:solidFill>
                <a:srgbClr val="091C53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indent="-371475" lvl="0" marL="457200" marR="0" rtl="0" algn="l">
              <a:lnSpc>
                <a:spcPct val="124528"/>
              </a:lnSpc>
              <a:spcBef>
                <a:spcPts val="0"/>
              </a:spcBef>
              <a:spcAft>
                <a:spcPts val="0"/>
              </a:spcAft>
              <a:buClr>
                <a:srgbClr val="091C53"/>
              </a:buClr>
              <a:buSzPts val="2250"/>
              <a:buFont typeface="Instrument Sans"/>
              <a:buChar char="•"/>
            </a:pPr>
            <a:r>
              <a:rPr b="0" i="0" lang="en-US" sz="2250" u="none" cap="none" strike="noStrike">
                <a:solidFill>
                  <a:srgbClr val="091C53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Tailwind CSS</a:t>
            </a:r>
            <a:endParaRPr b="0" i="0" sz="2250" u="none" cap="none" strike="noStrike">
              <a:solidFill>
                <a:srgbClr val="091C53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3" name="Google Shape;93;p4"/>
          <p:cNvSpPr txBox="1"/>
          <p:nvPr/>
        </p:nvSpPr>
        <p:spPr>
          <a:xfrm>
            <a:off x="3697406" y="5129852"/>
            <a:ext cx="3306900" cy="556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2471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50"/>
              <a:buFont typeface="Arial"/>
              <a:buNone/>
            </a:pPr>
            <a:r>
              <a:rPr b="1" i="0" lang="en-US" sz="2550" u="none" cap="none" strike="noStrike">
                <a:solidFill>
                  <a:srgbClr val="091C53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Fejlesztői eszközök</a:t>
            </a:r>
            <a:endParaRPr b="1" i="0" sz="3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4"/>
          <p:cNvSpPr/>
          <p:nvPr/>
        </p:nvSpPr>
        <p:spPr>
          <a:xfrm>
            <a:off x="4117050" y="5826900"/>
            <a:ext cx="3571200" cy="83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71475" lvl="0" marL="457200" marR="0" rtl="0" algn="l">
              <a:lnSpc>
                <a:spcPct val="124528"/>
              </a:lnSpc>
              <a:spcBef>
                <a:spcPts val="0"/>
              </a:spcBef>
              <a:spcAft>
                <a:spcPts val="0"/>
              </a:spcAft>
              <a:buClr>
                <a:srgbClr val="091C53"/>
              </a:buClr>
              <a:buSzPts val="2250"/>
              <a:buFont typeface="Instrument Sans"/>
              <a:buChar char="•"/>
            </a:pPr>
            <a:r>
              <a:rPr b="0" i="0" lang="en-US" sz="2250" u="none" cap="none" strike="noStrike">
                <a:solidFill>
                  <a:srgbClr val="091C53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Verziókezelő: Github </a:t>
            </a:r>
            <a:endParaRPr b="0" i="0" sz="2250" u="none" cap="none" strike="noStrike">
              <a:solidFill>
                <a:srgbClr val="091C53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indent="-371475" lvl="0" marL="457200" marR="0" rtl="0" algn="l">
              <a:lnSpc>
                <a:spcPct val="124528"/>
              </a:lnSpc>
              <a:spcBef>
                <a:spcPts val="0"/>
              </a:spcBef>
              <a:spcAft>
                <a:spcPts val="0"/>
              </a:spcAft>
              <a:buClr>
                <a:srgbClr val="091C53"/>
              </a:buClr>
              <a:buSzPts val="2250"/>
              <a:buFont typeface="Instrument Sans"/>
              <a:buChar char="•"/>
            </a:pPr>
            <a:r>
              <a:rPr b="0" i="0" lang="en-US" sz="2250" u="none" cap="none" strike="noStrike">
                <a:solidFill>
                  <a:srgbClr val="091C53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Tesztelés:  Docker </a:t>
            </a:r>
            <a:endParaRPr b="0" i="0" sz="2250" u="none" cap="none" strike="noStrike">
              <a:solidFill>
                <a:srgbClr val="091C53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95" name="Google Shape;95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38651" y="2618252"/>
            <a:ext cx="1575900" cy="1575900"/>
          </a:xfrm>
          <a:prstGeom prst="rect">
            <a:avLst/>
          </a:prstGeom>
          <a:noFill/>
          <a:ln>
            <a:noFill/>
          </a:ln>
          <a:effectLst>
            <a:outerShdw blurRad="50800" rotWithShape="0" algn="bl" dir="18900000" dist="38100">
              <a:srgbClr val="000000">
                <a:alpha val="40000"/>
              </a:srgbClr>
            </a:outerShdw>
          </a:effectLst>
        </p:spPr>
      </p:pic>
      <p:pic>
        <p:nvPicPr>
          <p:cNvPr id="96" name="Google Shape;96;p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484844" y="2676958"/>
            <a:ext cx="1651012" cy="1469330"/>
          </a:xfrm>
          <a:prstGeom prst="rect">
            <a:avLst/>
          </a:prstGeom>
          <a:noFill/>
          <a:ln>
            <a:noFill/>
          </a:ln>
          <a:effectLst>
            <a:outerShdw blurRad="50800" rotWithShape="0" dir="16200000" dist="38100">
              <a:srgbClr val="000000">
                <a:alpha val="40000"/>
              </a:srgbClr>
            </a:outerShdw>
          </a:effectLst>
        </p:spPr>
      </p:pic>
      <p:pic>
        <p:nvPicPr>
          <p:cNvPr descr="Docker, logo, logos icon - Free download on Iconfinder" id="97" name="Google Shape;97;p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9169581" y="5146438"/>
            <a:ext cx="1706073" cy="1706073"/>
          </a:xfrm>
          <a:prstGeom prst="rect">
            <a:avLst/>
          </a:prstGeom>
          <a:noFill/>
          <a:ln>
            <a:noFill/>
          </a:ln>
          <a:effectLst>
            <a:outerShdw blurRad="50800" rotWithShape="0" algn="tr" dir="8100000" dist="38100">
              <a:srgbClr val="000000">
                <a:alpha val="40000"/>
              </a:srgbClr>
            </a:outerShdw>
          </a:effectLst>
        </p:spPr>
      </p:pic>
      <p:pic>
        <p:nvPicPr>
          <p:cNvPr descr="Github - Free social media icons" id="98" name="Google Shape;98;p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640026" y="5430227"/>
            <a:ext cx="1204856" cy="1204856"/>
          </a:xfrm>
          <a:prstGeom prst="rect">
            <a:avLst/>
          </a:prstGeom>
          <a:noFill/>
          <a:ln>
            <a:noFill/>
          </a:ln>
          <a:effectLst>
            <a:outerShdw blurRad="50800" rotWithShape="0" algn="tr" dir="8100000" dist="38100">
              <a:srgbClr val="000000">
                <a:alpha val="40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5"/>
          <p:cNvSpPr/>
          <p:nvPr/>
        </p:nvSpPr>
        <p:spPr>
          <a:xfrm>
            <a:off x="701275" y="740727"/>
            <a:ext cx="6517200" cy="63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641"/>
              </a:lnSpc>
              <a:spcBef>
                <a:spcPts val="0"/>
              </a:spcBef>
              <a:spcAft>
                <a:spcPts val="0"/>
              </a:spcAft>
              <a:buClr>
                <a:srgbClr val="091C53"/>
              </a:buClr>
              <a:buSzPts val="3900"/>
              <a:buFont typeface="Instrument Sans SemiBold"/>
              <a:buNone/>
            </a:pPr>
            <a:r>
              <a:rPr b="1" i="0" lang="en-US" sz="3900" u="none" cap="none" strike="noStrike">
                <a:solidFill>
                  <a:srgbClr val="091C53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Backend Architectúra</a:t>
            </a:r>
            <a:endParaRPr b="1" i="0" sz="3900" u="none" cap="none" strike="noStrike">
              <a:solidFill>
                <a:srgbClr val="091C53"/>
              </a:solidFill>
              <a:latin typeface="Instrument Sans SemiBold"/>
              <a:ea typeface="Instrument Sans SemiBold"/>
              <a:cs typeface="Instrument Sans SemiBold"/>
              <a:sym typeface="Instrument Sans SemiBold"/>
            </a:endParaRPr>
          </a:p>
        </p:txBody>
      </p:sp>
      <p:sp>
        <p:nvSpPr>
          <p:cNvPr id="105" name="Google Shape;105;p5"/>
          <p:cNvSpPr/>
          <p:nvPr/>
        </p:nvSpPr>
        <p:spPr>
          <a:xfrm>
            <a:off x="558100" y="2067075"/>
            <a:ext cx="7821300" cy="17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71475" lvl="0" marL="457200" marR="0" rtl="0" algn="l">
              <a:lnSpc>
                <a:spcPct val="124528"/>
              </a:lnSpc>
              <a:spcBef>
                <a:spcPts val="0"/>
              </a:spcBef>
              <a:spcAft>
                <a:spcPts val="0"/>
              </a:spcAft>
              <a:buClr>
                <a:srgbClr val="091C53"/>
              </a:buClr>
              <a:buSzPts val="2250"/>
              <a:buFont typeface="Instrument Sans"/>
              <a:buChar char="•"/>
            </a:pPr>
            <a:r>
              <a:rPr b="0" i="0" lang="en-US" sz="2250" u="none" cap="none" strike="noStrike">
                <a:solidFill>
                  <a:srgbClr val="091C53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Felelősségi körök elválasztása - Separation of Concerns</a:t>
            </a:r>
            <a:endParaRPr b="0" i="0" sz="2250" u="none" cap="none" strike="noStrike">
              <a:solidFill>
                <a:srgbClr val="091C53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indent="-371475" lvl="0" marL="457200" marR="0" rtl="0" algn="l">
              <a:lnSpc>
                <a:spcPct val="124528"/>
              </a:lnSpc>
              <a:spcBef>
                <a:spcPts val="0"/>
              </a:spcBef>
              <a:spcAft>
                <a:spcPts val="0"/>
              </a:spcAft>
              <a:buClr>
                <a:srgbClr val="091C53"/>
              </a:buClr>
              <a:buSzPts val="2250"/>
              <a:buFont typeface="Instrument Sans"/>
              <a:buChar char="•"/>
            </a:pPr>
            <a:r>
              <a:rPr b="0" i="0" lang="en-US" sz="2250" u="none" cap="none" strike="noStrike">
                <a:solidFill>
                  <a:srgbClr val="091C53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Framework függetlenség - időtálló</a:t>
            </a:r>
            <a:endParaRPr b="0" i="0" sz="2250" u="none" cap="none" strike="noStrike">
              <a:solidFill>
                <a:srgbClr val="091C53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indent="-371475" lvl="0" marL="457200" marR="0" rtl="0" algn="l">
              <a:lnSpc>
                <a:spcPct val="124528"/>
              </a:lnSpc>
              <a:spcBef>
                <a:spcPts val="0"/>
              </a:spcBef>
              <a:spcAft>
                <a:spcPts val="0"/>
              </a:spcAft>
              <a:buClr>
                <a:srgbClr val="091C53"/>
              </a:buClr>
              <a:buSzPts val="2250"/>
              <a:buFont typeface="Instrument Sans"/>
              <a:buChar char="•"/>
            </a:pPr>
            <a:r>
              <a:rPr b="0" i="0" lang="en-US" sz="2250" u="none" cap="none" strike="noStrike">
                <a:solidFill>
                  <a:srgbClr val="091C53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Könnyen tesztelhető</a:t>
            </a:r>
            <a:endParaRPr b="0" i="0" sz="2250" u="none" cap="none" strike="noStrike">
              <a:solidFill>
                <a:srgbClr val="091C53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indent="-371475" lvl="0" marL="457200" marR="0" rtl="0" algn="l">
              <a:lnSpc>
                <a:spcPct val="124528"/>
              </a:lnSpc>
              <a:spcBef>
                <a:spcPts val="0"/>
              </a:spcBef>
              <a:spcAft>
                <a:spcPts val="0"/>
              </a:spcAft>
              <a:buClr>
                <a:srgbClr val="091C53"/>
              </a:buClr>
              <a:buSzPts val="2250"/>
              <a:buFont typeface="Instrument Sans"/>
              <a:buChar char="•"/>
            </a:pPr>
            <a:r>
              <a:rPr b="0" i="0" lang="en-US" sz="2250" u="none" cap="none" strike="noStrike">
                <a:solidFill>
                  <a:srgbClr val="091C53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Könnyen bővíthető és karbantartható </a:t>
            </a:r>
            <a:endParaRPr b="0" i="0" sz="2250" u="none" cap="none" strike="noStrike">
              <a:solidFill>
                <a:srgbClr val="091C53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6" name="Google Shape;106;p5"/>
          <p:cNvSpPr txBox="1"/>
          <p:nvPr>
            <p:ph idx="12" type="sldNum"/>
          </p:nvPr>
        </p:nvSpPr>
        <p:spPr>
          <a:xfrm>
            <a:off x="238374" y="7384400"/>
            <a:ext cx="684600" cy="630000"/>
          </a:xfrm>
          <a:prstGeom prst="rect">
            <a:avLst/>
          </a:prstGeom>
          <a:noFill/>
          <a:ln>
            <a:noFill/>
          </a:ln>
        </p:spPr>
        <p:txBody>
          <a:bodyPr anchorCtr="0" anchor="t" bIns="134100" lIns="134100" spcFirstLastPara="1" rIns="134100" wrap="square" tIns="1341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07" name="Google Shape;107;p5"/>
          <p:cNvGrpSpPr/>
          <p:nvPr/>
        </p:nvGrpSpPr>
        <p:grpSpPr>
          <a:xfrm>
            <a:off x="8339450" y="606500"/>
            <a:ext cx="5944525" cy="7208550"/>
            <a:chOff x="8080600" y="606500"/>
            <a:chExt cx="5944525" cy="7208550"/>
          </a:xfrm>
        </p:grpSpPr>
        <p:pic>
          <p:nvPicPr>
            <p:cNvPr id="108" name="Google Shape;108;p5" title="cleanArchitecture diagram.png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8080600" y="740725"/>
              <a:ext cx="5944525" cy="5813898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09" name="Google Shape;109;p5"/>
            <p:cNvSpPr txBox="1"/>
            <p:nvPr/>
          </p:nvSpPr>
          <p:spPr>
            <a:xfrm>
              <a:off x="10124963" y="606500"/>
              <a:ext cx="1855800" cy="486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b="1" i="0" lang="en-US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Clean Architecture</a:t>
              </a:r>
              <a:endParaRPr b="1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"/>
            <p:cNvSpPr txBox="1"/>
            <p:nvPr/>
          </p:nvSpPr>
          <p:spPr>
            <a:xfrm>
              <a:off x="8817825" y="6963650"/>
              <a:ext cx="4322100" cy="851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b="1" i="1" lang="en-US" sz="1400" u="none" cap="none" strike="noStrike">
                  <a:solidFill>
                    <a:srgbClr val="434343"/>
                  </a:solidFill>
                  <a:latin typeface="Arial"/>
                  <a:ea typeface="Arial"/>
                  <a:cs typeface="Arial"/>
                  <a:sym typeface="Arial"/>
                </a:rPr>
                <a:t>Template: Jason Taylor - Clean Architecture</a:t>
              </a:r>
              <a:endParaRPr b="1" i="1" sz="14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1" sz="14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b="0" i="1" lang="en-US" sz="1400" u="none" cap="none" strike="noStrike">
                  <a:solidFill>
                    <a:srgbClr val="434343"/>
                  </a:solidFill>
                  <a:latin typeface="Arial"/>
                  <a:ea typeface="Arial"/>
                  <a:cs typeface="Arial"/>
                  <a:sym typeface="Arial"/>
                </a:rPr>
                <a:t>https://github.com/jasontaylordev/CleanArchitecture</a:t>
              </a:r>
              <a:endParaRPr b="0" i="1" sz="14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11" name="Google Shape;111;p5"/>
          <p:cNvSpPr/>
          <p:nvPr/>
        </p:nvSpPr>
        <p:spPr>
          <a:xfrm>
            <a:off x="518827" y="5002977"/>
            <a:ext cx="7899835" cy="1631276"/>
          </a:xfrm>
          <a:prstGeom prst="roundRect">
            <a:avLst>
              <a:gd fmla="val 16667" name="adj"/>
            </a:avLst>
          </a:prstGeom>
          <a:gradFill>
            <a:gsLst>
              <a:gs pos="0">
                <a:schemeClr val="lt1"/>
              </a:gs>
              <a:gs pos="100000">
                <a:srgbClr val="6E9CE7"/>
              </a:gs>
            </a:gsLst>
            <a:lin ang="10800000" scaled="0"/>
          </a:gradFill>
          <a:ln>
            <a:noFill/>
          </a:ln>
          <a:effectLst>
            <a:outerShdw blurRad="45567" rotWithShape="0" algn="bl" dir="5400000" dist="15189">
              <a:srgbClr val="000000">
                <a:alpha val="49803"/>
              </a:srgbClr>
            </a:outerShdw>
          </a:effectLst>
        </p:spPr>
        <p:txBody>
          <a:bodyPr anchorCtr="0" anchor="ctr" bIns="72875" lIns="72875" spcFirstLastPara="1" rIns="72875" wrap="square" tIns="728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16"/>
              <a:buFont typeface="Arial"/>
              <a:buNone/>
            </a:pPr>
            <a:r>
              <a:t/>
            </a:r>
            <a:endParaRPr b="0" i="0" sz="1116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2" name="Google Shape;112;p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971332" y="5223481"/>
            <a:ext cx="1828805" cy="1058834"/>
          </a:xfrm>
          <a:prstGeom prst="rect">
            <a:avLst/>
          </a:prstGeom>
          <a:noFill/>
          <a:ln>
            <a:noFill/>
          </a:ln>
          <a:effectLst>
            <a:outerShdw blurRad="68351" rotWithShape="0" algn="bl" dir="7080000" dist="68351">
              <a:srgbClr val="000000">
                <a:alpha val="49803"/>
              </a:srgbClr>
            </a:outerShdw>
          </a:effectLst>
        </p:spPr>
      </p:pic>
      <p:grpSp>
        <p:nvGrpSpPr>
          <p:cNvPr id="113" name="Google Shape;113;p5"/>
          <p:cNvGrpSpPr/>
          <p:nvPr/>
        </p:nvGrpSpPr>
        <p:grpSpPr>
          <a:xfrm>
            <a:off x="2456137" y="5125168"/>
            <a:ext cx="1396265" cy="1328574"/>
            <a:chOff x="1516800" y="5475494"/>
            <a:chExt cx="1822800" cy="1666341"/>
          </a:xfrm>
        </p:grpSpPr>
        <p:pic>
          <p:nvPicPr>
            <p:cNvPr id="114" name="Google Shape;114;p5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894013" y="5475494"/>
              <a:ext cx="1153450" cy="1056283"/>
            </a:xfrm>
            <a:prstGeom prst="rect">
              <a:avLst/>
            </a:prstGeom>
            <a:noFill/>
            <a:ln>
              <a:noFill/>
            </a:ln>
            <a:effectLst>
              <a:outerShdw blurRad="45567" rotWithShape="0" algn="bl" dir="8100000" dist="68351">
                <a:srgbClr val="000000">
                  <a:alpha val="26666"/>
                </a:srgbClr>
              </a:outerShdw>
            </a:effectLst>
          </p:spPr>
        </p:pic>
        <p:sp>
          <p:nvSpPr>
            <p:cNvPr id="115" name="Google Shape;115;p5"/>
            <p:cNvSpPr txBox="1"/>
            <p:nvPr/>
          </p:nvSpPr>
          <p:spPr>
            <a:xfrm>
              <a:off x="1516800" y="6511835"/>
              <a:ext cx="1822800" cy="630000"/>
            </a:xfrm>
            <a:prstGeom prst="rect">
              <a:avLst/>
            </a:prstGeom>
            <a:noFill/>
            <a:ln>
              <a:noFill/>
            </a:ln>
            <a:effectLst>
              <a:outerShdw blurRad="45567" rotWithShape="0" algn="bl" dir="5400000" dist="15189">
                <a:srgbClr val="000000">
                  <a:alpha val="26666"/>
                </a:srgbClr>
              </a:outerShdw>
            </a:effectLst>
          </p:spPr>
          <p:txBody>
            <a:bodyPr anchorCtr="0" anchor="t" bIns="72875" lIns="72875" spcFirstLastPara="1" rIns="72875" wrap="square" tIns="728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b="1" i="1" lang="en-US" sz="1600" u="none" cap="none" strike="noStrike">
                  <a:solidFill>
                    <a:srgbClr val="091C53"/>
                  </a:solidFill>
                  <a:latin typeface="Arial"/>
                  <a:ea typeface="Arial"/>
                  <a:cs typeface="Arial"/>
                  <a:sym typeface="Arial"/>
                </a:rPr>
                <a:t>MediatR </a:t>
              </a:r>
              <a:endParaRPr b="1" i="1" sz="1600" u="none" cap="none" strike="noStrike">
                <a:solidFill>
                  <a:srgbClr val="091C5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16"/>
                <a:buFont typeface="Arial"/>
                <a:buNone/>
              </a:pPr>
              <a:r>
                <a:t/>
              </a:r>
              <a:endParaRPr b="1" i="0" sz="1116" u="none" cap="none" strike="noStrike">
                <a:solidFill>
                  <a:srgbClr val="091C53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6" name="Google Shape;116;p5"/>
          <p:cNvGrpSpPr/>
          <p:nvPr/>
        </p:nvGrpSpPr>
        <p:grpSpPr>
          <a:xfrm>
            <a:off x="3917570" y="5193714"/>
            <a:ext cx="1718314" cy="1271942"/>
            <a:chOff x="3136926" y="5894879"/>
            <a:chExt cx="2387474" cy="1595311"/>
          </a:xfrm>
        </p:grpSpPr>
        <p:pic>
          <p:nvPicPr>
            <p:cNvPr id="117" name="Google Shape;117;p5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3786243" y="5894879"/>
              <a:ext cx="1153452" cy="940771"/>
            </a:xfrm>
            <a:prstGeom prst="rect">
              <a:avLst/>
            </a:prstGeom>
            <a:noFill/>
            <a:ln>
              <a:noFill/>
            </a:ln>
            <a:effectLst>
              <a:outerShdw blurRad="45567" rotWithShape="0" algn="bl" dir="5400000" dist="15189">
                <a:srgbClr val="000000">
                  <a:alpha val="34901"/>
                </a:srgbClr>
              </a:outerShdw>
            </a:effectLst>
          </p:spPr>
        </p:pic>
        <p:sp>
          <p:nvSpPr>
            <p:cNvPr id="118" name="Google Shape;118;p5"/>
            <p:cNvSpPr txBox="1"/>
            <p:nvPr/>
          </p:nvSpPr>
          <p:spPr>
            <a:xfrm>
              <a:off x="3136926" y="6860190"/>
              <a:ext cx="2387474" cy="630000"/>
            </a:xfrm>
            <a:prstGeom prst="rect">
              <a:avLst/>
            </a:prstGeom>
            <a:noFill/>
            <a:ln>
              <a:noFill/>
            </a:ln>
            <a:effectLst>
              <a:outerShdw blurRad="45567" rotWithShape="0" algn="bl" dir="5400000" dist="15189">
                <a:srgbClr val="000000">
                  <a:alpha val="34901"/>
                </a:srgbClr>
              </a:outerShdw>
            </a:effectLst>
          </p:spPr>
          <p:txBody>
            <a:bodyPr anchorCtr="0" anchor="t" bIns="72875" lIns="72875" spcFirstLastPara="1" rIns="72875" wrap="square" tIns="728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b="1" i="1" lang="en-US" sz="1600" u="none" cap="none" strike="noStrike">
                  <a:solidFill>
                    <a:srgbClr val="091C53"/>
                  </a:solidFill>
                  <a:latin typeface="Arial"/>
                  <a:ea typeface="Arial"/>
                  <a:cs typeface="Arial"/>
                  <a:sym typeface="Arial"/>
                </a:rPr>
                <a:t>Guard Clauses</a:t>
              </a:r>
              <a:endParaRPr b="1" i="0" sz="1600" u="none" cap="none" strike="noStrike">
                <a:solidFill>
                  <a:srgbClr val="091C53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9" name="Google Shape;119;p5"/>
          <p:cNvGrpSpPr/>
          <p:nvPr/>
        </p:nvGrpSpPr>
        <p:grpSpPr>
          <a:xfrm>
            <a:off x="669614" y="5112882"/>
            <a:ext cx="1396265" cy="1411463"/>
            <a:chOff x="2959225" y="5912185"/>
            <a:chExt cx="1822800" cy="1770303"/>
          </a:xfrm>
        </p:grpSpPr>
        <p:sp>
          <p:nvSpPr>
            <p:cNvPr id="120" name="Google Shape;120;p5"/>
            <p:cNvSpPr/>
            <p:nvPr/>
          </p:nvSpPr>
          <p:spPr>
            <a:xfrm>
              <a:off x="2959225" y="5912188"/>
              <a:ext cx="1822800" cy="1770300"/>
            </a:xfrm>
            <a:prstGeom prst="roundRect">
              <a:avLst>
                <a:gd fmla="val 16667" name="adj"/>
              </a:avLst>
            </a:prstGeom>
            <a:solidFill>
              <a:srgbClr val="D1E8FF"/>
            </a:solidFill>
            <a:ln>
              <a:noFill/>
            </a:ln>
            <a:effectLst>
              <a:outerShdw blurRad="45567" rotWithShape="0" algn="bl" dir="5400000" dist="15189">
                <a:srgbClr val="000000">
                  <a:alpha val="49803"/>
                </a:srgbClr>
              </a:outerShdw>
            </a:effectLst>
          </p:spPr>
          <p:txBody>
            <a:bodyPr anchorCtr="0" anchor="ctr" bIns="72875" lIns="72875" spcFirstLastPara="1" rIns="72875" wrap="square" tIns="728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16"/>
                <a:buFont typeface="Arial"/>
                <a:buNone/>
              </a:pPr>
              <a:r>
                <a:t/>
              </a:r>
              <a:endParaRPr b="0" i="0" sz="1116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121" name="Google Shape;121;p5"/>
            <p:cNvGrpSpPr/>
            <p:nvPr/>
          </p:nvGrpSpPr>
          <p:grpSpPr>
            <a:xfrm>
              <a:off x="2982338" y="5912185"/>
              <a:ext cx="1776600" cy="1749254"/>
              <a:chOff x="1387363" y="5386085"/>
              <a:chExt cx="1776600" cy="1749254"/>
            </a:xfrm>
          </p:grpSpPr>
          <p:pic>
            <p:nvPicPr>
              <p:cNvPr id="122" name="Google Shape;122;p5"/>
              <p:cNvPicPr preferRelativeResize="0"/>
              <p:nvPr/>
            </p:nvPicPr>
            <p:blipFill rotWithShape="1">
              <a:blip r:embed="rId7">
                <a:alphaModFix/>
              </a:blip>
              <a:srcRect b="0" l="0" r="0" t="0"/>
              <a:stretch/>
            </p:blipFill>
            <p:spPr>
              <a:xfrm>
                <a:off x="1524787" y="5807313"/>
                <a:ext cx="1328026" cy="1328026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45567" rotWithShape="0" algn="bl" dir="5400000" dist="15189">
                  <a:srgbClr val="000000">
                    <a:alpha val="49803"/>
                  </a:srgbClr>
                </a:outerShdw>
              </a:effectLst>
            </p:spPr>
          </p:pic>
          <p:sp>
            <p:nvSpPr>
              <p:cNvPr id="123" name="Google Shape;123;p5"/>
              <p:cNvSpPr txBox="1"/>
              <p:nvPr/>
            </p:nvSpPr>
            <p:spPr>
              <a:xfrm>
                <a:off x="1387363" y="5386085"/>
                <a:ext cx="1776600" cy="40020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11392" rotWithShape="0" algn="bl">
                  <a:srgbClr val="000000">
                    <a:alpha val="92941"/>
                  </a:srgbClr>
                </a:outerShdw>
              </a:effectLst>
            </p:spPr>
            <p:txBody>
              <a:bodyPr anchorCtr="0" anchor="t" bIns="72875" lIns="72875" spcFirstLastPara="1" rIns="72875" wrap="square" tIns="72875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16"/>
                  <a:buFont typeface="Arial"/>
                  <a:buNone/>
                </a:pPr>
                <a:r>
                  <a:rPr b="1" i="0" lang="en-US" sz="1116" u="none" cap="none" strike="noStrike">
                    <a:solidFill>
                      <a:srgbClr val="091C53"/>
                    </a:solidFill>
                    <a:latin typeface="Arial"/>
                    <a:ea typeface="Arial"/>
                    <a:cs typeface="Arial"/>
                    <a:sym typeface="Arial"/>
                  </a:rPr>
                  <a:t>NuGet Csomagok</a:t>
                </a:r>
                <a:endParaRPr b="1" i="0" sz="1116" u="none" cap="none" strike="noStrike">
                  <a:solidFill>
                    <a:srgbClr val="091C5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6"/>
          <p:cNvSpPr/>
          <p:nvPr/>
        </p:nvSpPr>
        <p:spPr>
          <a:xfrm>
            <a:off x="5221950" y="469575"/>
            <a:ext cx="4257900" cy="70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4719"/>
              </a:lnSpc>
              <a:spcBef>
                <a:spcPts val="0"/>
              </a:spcBef>
              <a:spcAft>
                <a:spcPts val="0"/>
              </a:spcAft>
              <a:buClr>
                <a:srgbClr val="091C53"/>
              </a:buClr>
              <a:buSzPts val="4450"/>
              <a:buFont typeface="Instrument Sans SemiBold"/>
              <a:buNone/>
            </a:pPr>
            <a:r>
              <a:rPr b="1" i="0" lang="en-US" sz="3900" u="none" cap="none" strike="noStrike">
                <a:solidFill>
                  <a:srgbClr val="091C53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Kérések kezelése</a:t>
            </a:r>
            <a:endParaRPr b="0" i="0" sz="3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" name="Google Shape;130;p6"/>
          <p:cNvSpPr txBox="1"/>
          <p:nvPr>
            <p:ph idx="12" type="sldNum"/>
          </p:nvPr>
        </p:nvSpPr>
        <p:spPr>
          <a:xfrm>
            <a:off x="238374" y="7384400"/>
            <a:ext cx="684600" cy="630000"/>
          </a:xfrm>
          <a:prstGeom prst="rect">
            <a:avLst/>
          </a:prstGeom>
          <a:noFill/>
          <a:ln>
            <a:noFill/>
          </a:ln>
        </p:spPr>
        <p:txBody>
          <a:bodyPr anchorCtr="0" anchor="t" bIns="134100" lIns="134100" spcFirstLastPara="1" rIns="134100" wrap="square" tIns="1341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31" name="Google Shape;131;p6" title="simple general flow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" y="2415400"/>
            <a:ext cx="14325601" cy="3658344"/>
          </a:xfrm>
          <a:prstGeom prst="rect">
            <a:avLst/>
          </a:prstGeom>
          <a:noFill/>
          <a:ln>
            <a:noFill/>
          </a:ln>
          <a:effectLst>
            <a:outerShdw blurRad="50800" rotWithShape="0" algn="tr" dir="8100000" dist="38100">
              <a:srgbClr val="000000">
                <a:alpha val="40000"/>
              </a:srgbClr>
            </a:outerShdw>
          </a:effec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a36e058cb8_0_16"/>
          <p:cNvSpPr/>
          <p:nvPr/>
        </p:nvSpPr>
        <p:spPr>
          <a:xfrm>
            <a:off x="6006742" y="461600"/>
            <a:ext cx="2616900" cy="70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4719"/>
              </a:lnSpc>
              <a:spcBef>
                <a:spcPts val="0"/>
              </a:spcBef>
              <a:spcAft>
                <a:spcPts val="0"/>
              </a:spcAft>
              <a:buClr>
                <a:srgbClr val="091C53"/>
              </a:buClr>
              <a:buSzPts val="4450"/>
              <a:buFont typeface="Instrument Sans SemiBold"/>
              <a:buNone/>
            </a:pPr>
            <a:r>
              <a:rPr b="1" i="0" lang="en-US" sz="3900" u="none" cap="none" strike="noStrike">
                <a:solidFill>
                  <a:srgbClr val="091C53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Entitások</a:t>
            </a:r>
            <a:endParaRPr b="0" i="0" sz="3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" name="Google Shape;138;g3a36e058cb8_0_16"/>
          <p:cNvSpPr txBox="1"/>
          <p:nvPr>
            <p:ph idx="12" type="sldNum"/>
          </p:nvPr>
        </p:nvSpPr>
        <p:spPr>
          <a:xfrm>
            <a:off x="238374" y="7384400"/>
            <a:ext cx="684600" cy="630000"/>
          </a:xfrm>
          <a:prstGeom prst="rect">
            <a:avLst/>
          </a:prstGeom>
          <a:noFill/>
          <a:ln>
            <a:noFill/>
          </a:ln>
        </p:spPr>
        <p:txBody>
          <a:bodyPr anchorCtr="0" anchor="t" bIns="134100" lIns="134100" spcFirstLastPara="1" rIns="134100" wrap="square" tIns="1341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39" name="Google Shape;139;g3a36e058cb8_0_16" title="entity relation diagram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9875" y="863425"/>
            <a:ext cx="14086400" cy="6836849"/>
          </a:xfrm>
          <a:prstGeom prst="rect">
            <a:avLst/>
          </a:prstGeom>
          <a:noFill/>
          <a:ln>
            <a:noFill/>
          </a:ln>
          <a:effectLst>
            <a:outerShdw blurRad="50800" rotWithShape="0" algn="tr" dir="8100000" dist="38100">
              <a:srgbClr val="000000">
                <a:alpha val="40000"/>
              </a:srgbClr>
            </a:outerShdw>
          </a:effec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a36572254d_0_44"/>
          <p:cNvSpPr/>
          <p:nvPr/>
        </p:nvSpPr>
        <p:spPr>
          <a:xfrm>
            <a:off x="378346" y="306150"/>
            <a:ext cx="9868414" cy="70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4719"/>
              </a:lnSpc>
              <a:spcBef>
                <a:spcPts val="0"/>
              </a:spcBef>
              <a:spcAft>
                <a:spcPts val="0"/>
              </a:spcAft>
              <a:buClr>
                <a:srgbClr val="091C53"/>
              </a:buClr>
              <a:buSzPts val="4450"/>
              <a:buFont typeface="Instrument Sans SemiBold"/>
              <a:buNone/>
            </a:pPr>
            <a:r>
              <a:rPr b="1" i="0" lang="en-US" sz="3900" u="none" cap="none" strike="noStrike">
                <a:solidFill>
                  <a:srgbClr val="091C53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Autentikáció &amp; Autorizáció</a:t>
            </a:r>
            <a:endParaRPr b="0" i="0" sz="3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" name="Google Shape;146;g3a36572254d_0_44"/>
          <p:cNvSpPr txBox="1"/>
          <p:nvPr>
            <p:ph idx="12" type="sldNum"/>
          </p:nvPr>
        </p:nvSpPr>
        <p:spPr>
          <a:xfrm>
            <a:off x="238374" y="7384400"/>
            <a:ext cx="684600" cy="630000"/>
          </a:xfrm>
          <a:prstGeom prst="rect">
            <a:avLst/>
          </a:prstGeom>
          <a:noFill/>
          <a:ln>
            <a:noFill/>
          </a:ln>
        </p:spPr>
        <p:txBody>
          <a:bodyPr anchorCtr="0" anchor="t" bIns="134100" lIns="134100" spcFirstLastPara="1" rIns="134100" wrap="square" tIns="1341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47" name="Google Shape;147;g3a36572254d_0_44"/>
          <p:cNvGrpSpPr/>
          <p:nvPr/>
        </p:nvGrpSpPr>
        <p:grpSpPr>
          <a:xfrm>
            <a:off x="3435025" y="2162875"/>
            <a:ext cx="7760343" cy="3903850"/>
            <a:chOff x="3435025" y="2162875"/>
            <a:chExt cx="7760343" cy="3903850"/>
          </a:xfrm>
        </p:grpSpPr>
        <p:sp>
          <p:nvSpPr>
            <p:cNvPr id="148" name="Google Shape;148;g3a36572254d_0_44"/>
            <p:cNvSpPr/>
            <p:nvPr/>
          </p:nvSpPr>
          <p:spPr>
            <a:xfrm>
              <a:off x="4262363" y="2162875"/>
              <a:ext cx="2565000" cy="630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5352"/>
                </a:lnSpc>
                <a:spcBef>
                  <a:spcPts val="0"/>
                </a:spcBef>
                <a:spcAft>
                  <a:spcPts val="0"/>
                </a:spcAft>
                <a:buClr>
                  <a:srgbClr val="091C53"/>
                </a:buClr>
                <a:buSzPts val="3550"/>
                <a:buFont typeface="Instrument Sans SemiBold"/>
                <a:buNone/>
              </a:pPr>
              <a:r>
                <a:rPr b="1" i="0" lang="en-US" sz="3250" u="none" cap="none" strike="noStrike">
                  <a:solidFill>
                    <a:srgbClr val="091C53"/>
                  </a:solidFill>
                  <a:latin typeface="Instrument Sans SemiBold"/>
                  <a:ea typeface="Instrument Sans SemiBold"/>
                  <a:cs typeface="Instrument Sans SemiBold"/>
                  <a:sym typeface="Instrument Sans SemiBold"/>
                </a:rPr>
                <a:t>Szerepkörök</a:t>
              </a:r>
              <a:endParaRPr b="0" i="0" sz="32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9" name="Google Shape;149;g3a36572254d_0_44"/>
            <p:cNvSpPr/>
            <p:nvPr/>
          </p:nvSpPr>
          <p:spPr>
            <a:xfrm>
              <a:off x="6211765" y="3399786"/>
              <a:ext cx="1568400" cy="29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5714"/>
                </a:lnSpc>
                <a:spcBef>
                  <a:spcPts val="0"/>
                </a:spcBef>
                <a:spcAft>
                  <a:spcPts val="0"/>
                </a:spcAft>
                <a:buClr>
                  <a:srgbClr val="1E3063"/>
                </a:buClr>
                <a:buSzPts val="1808"/>
                <a:buFont typeface="Instrument Sans SemiBold"/>
                <a:buNone/>
              </a:pPr>
              <a:r>
                <a:rPr b="1" i="0" lang="en-US" sz="1808" u="none" cap="none" strike="noStrike">
                  <a:solidFill>
                    <a:srgbClr val="1E3063"/>
                  </a:solidFill>
                  <a:latin typeface="Instrument Sans SemiBold"/>
                  <a:ea typeface="Instrument Sans SemiBold"/>
                  <a:cs typeface="Instrument Sans SemiBold"/>
                  <a:sym typeface="Instrument Sans SemiBold"/>
                </a:rPr>
                <a:t>AppAdmin</a:t>
              </a:r>
              <a:endParaRPr b="1" i="0" sz="1808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0" name="Google Shape;150;g3a36572254d_0_44"/>
            <p:cNvSpPr/>
            <p:nvPr/>
          </p:nvSpPr>
          <p:spPr>
            <a:xfrm>
              <a:off x="6734537" y="4117376"/>
              <a:ext cx="2290200" cy="29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5714"/>
                </a:lnSpc>
                <a:spcBef>
                  <a:spcPts val="0"/>
                </a:spcBef>
                <a:spcAft>
                  <a:spcPts val="0"/>
                </a:spcAft>
                <a:buClr>
                  <a:srgbClr val="1E3063"/>
                </a:buClr>
                <a:buSzPts val="1808"/>
                <a:buFont typeface="Instrument Sans SemiBold"/>
                <a:buNone/>
              </a:pPr>
              <a:r>
                <a:rPr b="1" i="0" lang="en-US" sz="1808" u="none" cap="none" strike="noStrike">
                  <a:solidFill>
                    <a:srgbClr val="1E3063"/>
                  </a:solidFill>
                  <a:latin typeface="Instrument Sans SemiBold"/>
                  <a:ea typeface="Instrument Sans SemiBold"/>
                  <a:cs typeface="Instrument Sans SemiBold"/>
                  <a:sym typeface="Instrument Sans SemiBold"/>
                </a:rPr>
                <a:t>GymAdmin</a:t>
              </a:r>
              <a:endParaRPr b="0" i="0" sz="1808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1" name="Google Shape;151;g3a36572254d_0_44"/>
            <p:cNvSpPr/>
            <p:nvPr/>
          </p:nvSpPr>
          <p:spPr>
            <a:xfrm>
              <a:off x="7257416" y="4834965"/>
              <a:ext cx="2290200" cy="29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5714"/>
                </a:lnSpc>
                <a:spcBef>
                  <a:spcPts val="0"/>
                </a:spcBef>
                <a:spcAft>
                  <a:spcPts val="0"/>
                </a:spcAft>
                <a:buClr>
                  <a:srgbClr val="1E3063"/>
                </a:buClr>
                <a:buSzPts val="1808"/>
                <a:buFont typeface="Instrument Sans SemiBold"/>
                <a:buNone/>
              </a:pPr>
              <a:r>
                <a:rPr b="1" i="0" lang="en-US" sz="1808" u="none" cap="none" strike="noStrike">
                  <a:solidFill>
                    <a:srgbClr val="1E3063"/>
                  </a:solidFill>
                  <a:latin typeface="Instrument Sans SemiBold"/>
                  <a:ea typeface="Instrument Sans SemiBold"/>
                  <a:cs typeface="Instrument Sans SemiBold"/>
                  <a:sym typeface="Instrument Sans SemiBold"/>
                </a:rPr>
                <a:t>GymStaff</a:t>
              </a:r>
              <a:endParaRPr b="0" i="0" sz="1808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2" name="Google Shape;152;g3a36572254d_0_44"/>
            <p:cNvSpPr/>
            <p:nvPr/>
          </p:nvSpPr>
          <p:spPr>
            <a:xfrm flipH="1" rot="10800000">
              <a:off x="7119611" y="5332360"/>
              <a:ext cx="3703800" cy="16800"/>
            </a:xfrm>
            <a:prstGeom prst="roundRect">
              <a:avLst>
                <a:gd fmla="val 1434560" name="adj"/>
              </a:avLst>
            </a:prstGeom>
            <a:solidFill>
              <a:srgbClr val="B4CCE3"/>
            </a:solidFill>
            <a:ln>
              <a:noFill/>
            </a:ln>
          </p:spPr>
          <p:txBody>
            <a:bodyPr anchorCtr="0" anchor="ctr" bIns="94500" lIns="94500" spcFirstLastPara="1" rIns="94500" wrap="square" tIns="945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46"/>
                <a:buFont typeface="Arial"/>
                <a:buNone/>
              </a:pPr>
              <a:r>
                <a:t/>
              </a:r>
              <a:endParaRPr b="0" i="0" sz="1446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3" name="Google Shape;153;g3a36572254d_0_44"/>
            <p:cNvSpPr/>
            <p:nvPr/>
          </p:nvSpPr>
          <p:spPr>
            <a:xfrm>
              <a:off x="7780168" y="5552518"/>
              <a:ext cx="3415200" cy="29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5714"/>
                </a:lnSpc>
                <a:spcBef>
                  <a:spcPts val="0"/>
                </a:spcBef>
                <a:spcAft>
                  <a:spcPts val="0"/>
                </a:spcAft>
                <a:buClr>
                  <a:srgbClr val="1E3063"/>
                </a:buClr>
                <a:buSzPts val="1808"/>
                <a:buFont typeface="Instrument Sans SemiBold"/>
                <a:buNone/>
              </a:pPr>
              <a:r>
                <a:rPr b="1" i="0" lang="en-US" sz="1808" u="none" cap="none" strike="noStrike">
                  <a:solidFill>
                    <a:srgbClr val="1E3063"/>
                  </a:solidFill>
                  <a:latin typeface="Instrument Sans SemiBold"/>
                  <a:ea typeface="Instrument Sans SemiBold"/>
                  <a:cs typeface="Instrument Sans SemiBold"/>
                  <a:sym typeface="Instrument Sans SemiBold"/>
                </a:rPr>
                <a:t>PendingGymEmployee &amp; User</a:t>
              </a:r>
              <a:endParaRPr b="0" i="0" sz="1808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4" name="Google Shape;154;g3a36572254d_0_44"/>
            <p:cNvSpPr/>
            <p:nvPr/>
          </p:nvSpPr>
          <p:spPr>
            <a:xfrm flipH="1" rot="10800000">
              <a:off x="6542960" y="4582881"/>
              <a:ext cx="3703800" cy="16800"/>
            </a:xfrm>
            <a:prstGeom prst="roundRect">
              <a:avLst>
                <a:gd fmla="val 1434560" name="adj"/>
              </a:avLst>
            </a:prstGeom>
            <a:solidFill>
              <a:srgbClr val="B4CCE3"/>
            </a:solidFill>
            <a:ln>
              <a:noFill/>
            </a:ln>
          </p:spPr>
          <p:txBody>
            <a:bodyPr anchorCtr="0" anchor="ctr" bIns="94500" lIns="94500" spcFirstLastPara="1" rIns="94500" wrap="square" tIns="945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46"/>
                <a:buFont typeface="Arial"/>
                <a:buNone/>
              </a:pPr>
              <a:r>
                <a:t/>
              </a:r>
              <a:endParaRPr b="0" i="0" sz="1446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5" name="Google Shape;155;g3a36572254d_0_44"/>
            <p:cNvSpPr/>
            <p:nvPr/>
          </p:nvSpPr>
          <p:spPr>
            <a:xfrm flipH="1" rot="10800000">
              <a:off x="5999895" y="3865380"/>
              <a:ext cx="3703800" cy="16800"/>
            </a:xfrm>
            <a:prstGeom prst="roundRect">
              <a:avLst>
                <a:gd fmla="val 1434560" name="adj"/>
              </a:avLst>
            </a:prstGeom>
            <a:solidFill>
              <a:srgbClr val="B4CCE3"/>
            </a:solidFill>
            <a:ln>
              <a:noFill/>
            </a:ln>
          </p:spPr>
          <p:txBody>
            <a:bodyPr anchorCtr="0" anchor="ctr" bIns="94500" lIns="94500" spcFirstLastPara="1" rIns="94500" wrap="square" tIns="945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46"/>
                <a:buFont typeface="Arial"/>
                <a:buNone/>
              </a:pPr>
              <a:r>
                <a:t/>
              </a:r>
              <a:endParaRPr b="0" i="0" sz="1446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6" name="Google Shape;156;g3a36572254d_0_44"/>
            <p:cNvSpPr/>
            <p:nvPr/>
          </p:nvSpPr>
          <p:spPr>
            <a:xfrm>
              <a:off x="5148262" y="3252183"/>
              <a:ext cx="851633" cy="630001"/>
            </a:xfrm>
            <a:prstGeom prst="triangle">
              <a:avLst>
                <a:gd fmla="val 50000" name="adj"/>
              </a:avLst>
            </a:prstGeom>
            <a:gradFill>
              <a:gsLst>
                <a:gs pos="0">
                  <a:schemeClr val="lt1"/>
                </a:gs>
                <a:gs pos="28000">
                  <a:srgbClr val="6E9CE7"/>
                </a:gs>
                <a:gs pos="100000">
                  <a:srgbClr val="6E9CE7"/>
                </a:gs>
              </a:gsLst>
              <a:lin ang="1200000" scaled="0"/>
            </a:gradFill>
            <a:ln>
              <a:noFill/>
            </a:ln>
            <a:effectLst>
              <a:outerShdw blurRad="50800" rotWithShape="0" algn="tr" dir="8100000" dist="38100">
                <a:srgbClr val="000000">
                  <a:alpha val="4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" name="Google Shape;157;g3a36572254d_0_44"/>
            <p:cNvSpPr/>
            <p:nvPr/>
          </p:nvSpPr>
          <p:spPr>
            <a:xfrm>
              <a:off x="4593550" y="3929175"/>
              <a:ext cx="1949400" cy="670500"/>
            </a:xfrm>
            <a:prstGeom prst="trapezoid">
              <a:avLst>
                <a:gd fmla="val 78639" name="adj"/>
              </a:avLst>
            </a:prstGeom>
            <a:gradFill>
              <a:gsLst>
                <a:gs pos="0">
                  <a:schemeClr val="lt1"/>
                </a:gs>
                <a:gs pos="28000">
                  <a:srgbClr val="6E9CE7"/>
                </a:gs>
                <a:gs pos="100000">
                  <a:srgbClr val="6E9CE7"/>
                </a:gs>
              </a:gsLst>
              <a:lin ang="1200000" scaled="0"/>
            </a:gradFill>
            <a:ln>
              <a:noFill/>
            </a:ln>
            <a:effectLst>
              <a:outerShdw blurRad="50800" rotWithShape="0" algn="tr" dir="8100000" dist="38100">
                <a:srgbClr val="000000">
                  <a:alpha val="4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8" name="Google Shape;158;g3a36572254d_0_44"/>
            <p:cNvSpPr/>
            <p:nvPr/>
          </p:nvSpPr>
          <p:spPr>
            <a:xfrm>
              <a:off x="4002300" y="4640275"/>
              <a:ext cx="3117300" cy="708900"/>
            </a:xfrm>
            <a:prstGeom prst="trapezoid">
              <a:avLst>
                <a:gd fmla="val 78639" name="adj"/>
              </a:avLst>
            </a:prstGeom>
            <a:gradFill>
              <a:gsLst>
                <a:gs pos="0">
                  <a:schemeClr val="lt1"/>
                </a:gs>
                <a:gs pos="28000">
                  <a:srgbClr val="6E9CE7"/>
                </a:gs>
                <a:gs pos="100000">
                  <a:srgbClr val="6E9CE7"/>
                </a:gs>
              </a:gsLst>
              <a:lin ang="1200000" scaled="0"/>
            </a:gradFill>
            <a:ln>
              <a:noFill/>
            </a:ln>
            <a:effectLst>
              <a:outerShdw blurRad="50800" rotWithShape="0" algn="tr" dir="8100000" dist="38100">
                <a:srgbClr val="000000">
                  <a:alpha val="4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9" name="Google Shape;159;g3a36572254d_0_44"/>
            <p:cNvSpPr/>
            <p:nvPr/>
          </p:nvSpPr>
          <p:spPr>
            <a:xfrm>
              <a:off x="3435025" y="5396225"/>
              <a:ext cx="4254600" cy="670500"/>
            </a:xfrm>
            <a:prstGeom prst="trapezoid">
              <a:avLst>
                <a:gd fmla="val 78639" name="adj"/>
              </a:avLst>
            </a:prstGeom>
            <a:gradFill>
              <a:gsLst>
                <a:gs pos="0">
                  <a:schemeClr val="lt1"/>
                </a:gs>
                <a:gs pos="28000">
                  <a:srgbClr val="6E9CE7"/>
                </a:gs>
                <a:gs pos="100000">
                  <a:srgbClr val="6E9CE7"/>
                </a:gs>
              </a:gsLst>
              <a:lin ang="1200000" scaled="0"/>
            </a:gradFill>
            <a:ln>
              <a:noFill/>
            </a:ln>
            <a:effectLst>
              <a:outerShdw blurRad="50800" rotWithShape="0" algn="tr" dir="8100000" dist="38100">
                <a:srgbClr val="000000">
                  <a:alpha val="4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7"/>
          <p:cNvSpPr/>
          <p:nvPr/>
        </p:nvSpPr>
        <p:spPr>
          <a:xfrm>
            <a:off x="378346" y="306150"/>
            <a:ext cx="9868414" cy="70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4719"/>
              </a:lnSpc>
              <a:spcBef>
                <a:spcPts val="0"/>
              </a:spcBef>
              <a:spcAft>
                <a:spcPts val="0"/>
              </a:spcAft>
              <a:buClr>
                <a:srgbClr val="091C53"/>
              </a:buClr>
              <a:buSzPts val="4450"/>
              <a:buFont typeface="Instrument Sans SemiBold"/>
              <a:buNone/>
            </a:pPr>
            <a:r>
              <a:rPr b="1" i="0" lang="en-US" sz="3900" u="none" cap="none" strike="noStrike">
                <a:solidFill>
                  <a:srgbClr val="091C53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Authentikáció &amp; Authorizáció</a:t>
            </a:r>
            <a:endParaRPr b="0" i="0" sz="3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7"/>
          <p:cNvSpPr txBox="1"/>
          <p:nvPr>
            <p:ph idx="12" type="sldNum"/>
          </p:nvPr>
        </p:nvSpPr>
        <p:spPr>
          <a:xfrm>
            <a:off x="238374" y="7384400"/>
            <a:ext cx="684600" cy="630000"/>
          </a:xfrm>
          <a:prstGeom prst="rect">
            <a:avLst/>
          </a:prstGeom>
          <a:noFill/>
          <a:ln>
            <a:noFill/>
          </a:ln>
        </p:spPr>
        <p:txBody>
          <a:bodyPr anchorCtr="0" anchor="t" bIns="134100" lIns="134100" spcFirstLastPara="1" rIns="134100" wrap="square" tIns="1341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US"/>
              <a:t>7</a:t>
            </a:r>
            <a:endParaRPr/>
          </a:p>
        </p:txBody>
      </p:sp>
      <p:pic>
        <p:nvPicPr>
          <p:cNvPr descr="A screenshot of a video game&#10;&#10;AI-generated content may be incorrect." id="167" name="Google Shape;167;p7"/>
          <p:cNvPicPr preferRelativeResize="0"/>
          <p:nvPr/>
        </p:nvPicPr>
        <p:blipFill rotWithShape="1">
          <a:blip r:embed="rId3">
            <a:alphaModFix/>
          </a:blip>
          <a:srcRect b="67982" l="9927" r="62866" t="0"/>
          <a:stretch/>
        </p:blipFill>
        <p:spPr>
          <a:xfrm>
            <a:off x="1715411" y="1456312"/>
            <a:ext cx="12914989" cy="68996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2"/>
          <p:cNvSpPr/>
          <p:nvPr/>
        </p:nvSpPr>
        <p:spPr>
          <a:xfrm>
            <a:off x="378346" y="306150"/>
            <a:ext cx="9868414" cy="70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4719"/>
              </a:lnSpc>
              <a:spcBef>
                <a:spcPts val="0"/>
              </a:spcBef>
              <a:spcAft>
                <a:spcPts val="0"/>
              </a:spcAft>
              <a:buClr>
                <a:srgbClr val="091C53"/>
              </a:buClr>
              <a:buSzPts val="4450"/>
              <a:buFont typeface="Instrument Sans SemiBold"/>
              <a:buNone/>
            </a:pPr>
            <a:r>
              <a:rPr b="1" i="0" lang="en-US" sz="3900" u="none" cap="none" strike="noStrike">
                <a:solidFill>
                  <a:srgbClr val="091C53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Authentikáció &amp; Authorizáció</a:t>
            </a:r>
            <a:endParaRPr b="0" i="0" sz="3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" name="Google Shape;174;p22"/>
          <p:cNvSpPr txBox="1"/>
          <p:nvPr>
            <p:ph idx="12" type="sldNum"/>
          </p:nvPr>
        </p:nvSpPr>
        <p:spPr>
          <a:xfrm>
            <a:off x="238374" y="7384400"/>
            <a:ext cx="684600" cy="630000"/>
          </a:xfrm>
          <a:prstGeom prst="rect">
            <a:avLst/>
          </a:prstGeom>
          <a:noFill/>
          <a:ln>
            <a:noFill/>
          </a:ln>
        </p:spPr>
        <p:txBody>
          <a:bodyPr anchorCtr="0" anchor="t" bIns="134100" lIns="134100" spcFirstLastPara="1" rIns="134100" wrap="square" tIns="1341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US"/>
              <a:t>7</a:t>
            </a:r>
            <a:endParaRPr/>
          </a:p>
        </p:txBody>
      </p:sp>
      <p:pic>
        <p:nvPicPr>
          <p:cNvPr descr="A screenshot of a video game&#10;&#10;AI-generated content may be incorrect." id="175" name="Google Shape;175;p22"/>
          <p:cNvPicPr preferRelativeResize="0"/>
          <p:nvPr/>
        </p:nvPicPr>
        <p:blipFill rotWithShape="1">
          <a:blip r:embed="rId3">
            <a:alphaModFix/>
          </a:blip>
          <a:srcRect b="67982" l="9934" r="32980" t="0"/>
          <a:stretch/>
        </p:blipFill>
        <p:spPr>
          <a:xfrm>
            <a:off x="-9809226" y="1552319"/>
            <a:ext cx="25380000" cy="646208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23"/>
          <p:cNvSpPr/>
          <p:nvPr/>
        </p:nvSpPr>
        <p:spPr>
          <a:xfrm>
            <a:off x="378346" y="306150"/>
            <a:ext cx="9868414" cy="70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4719"/>
              </a:lnSpc>
              <a:spcBef>
                <a:spcPts val="0"/>
              </a:spcBef>
              <a:spcAft>
                <a:spcPts val="0"/>
              </a:spcAft>
              <a:buClr>
                <a:srgbClr val="091C53"/>
              </a:buClr>
              <a:buSzPts val="4450"/>
              <a:buFont typeface="Instrument Sans SemiBold"/>
              <a:buNone/>
            </a:pPr>
            <a:r>
              <a:rPr b="1" i="0" lang="en-US" sz="3900" u="none" cap="none" strike="noStrike">
                <a:solidFill>
                  <a:srgbClr val="091C53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Authentikáció &amp; Authorizáció</a:t>
            </a:r>
            <a:endParaRPr b="0" i="0" sz="3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" name="Google Shape;182;p23"/>
          <p:cNvSpPr txBox="1"/>
          <p:nvPr>
            <p:ph idx="12" type="sldNum"/>
          </p:nvPr>
        </p:nvSpPr>
        <p:spPr>
          <a:xfrm>
            <a:off x="238374" y="7384400"/>
            <a:ext cx="684600" cy="630000"/>
          </a:xfrm>
          <a:prstGeom prst="rect">
            <a:avLst/>
          </a:prstGeom>
          <a:noFill/>
          <a:ln>
            <a:noFill/>
          </a:ln>
        </p:spPr>
        <p:txBody>
          <a:bodyPr anchorCtr="0" anchor="t" bIns="134100" lIns="134100" spcFirstLastPara="1" rIns="134100" wrap="square" tIns="1341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US"/>
              <a:t>7</a:t>
            </a:r>
            <a:endParaRPr/>
          </a:p>
        </p:txBody>
      </p:sp>
      <p:pic>
        <p:nvPicPr>
          <p:cNvPr descr="A screenshot of a video game&#10;&#10;AI-generated content may be incorrect." id="183" name="Google Shape;183;p23"/>
          <p:cNvPicPr preferRelativeResize="0"/>
          <p:nvPr/>
        </p:nvPicPr>
        <p:blipFill rotWithShape="1">
          <a:blip r:embed="rId3">
            <a:alphaModFix/>
          </a:blip>
          <a:srcRect b="67982" l="9934" r="8687" t="0"/>
          <a:stretch/>
        </p:blipFill>
        <p:spPr>
          <a:xfrm>
            <a:off x="-20110693" y="1119337"/>
            <a:ext cx="36180000" cy="646208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24"/>
          <p:cNvSpPr/>
          <p:nvPr/>
        </p:nvSpPr>
        <p:spPr>
          <a:xfrm>
            <a:off x="378346" y="306150"/>
            <a:ext cx="9868414" cy="70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4719"/>
              </a:lnSpc>
              <a:spcBef>
                <a:spcPts val="0"/>
              </a:spcBef>
              <a:spcAft>
                <a:spcPts val="0"/>
              </a:spcAft>
              <a:buClr>
                <a:srgbClr val="091C53"/>
              </a:buClr>
              <a:buSzPts val="4450"/>
              <a:buFont typeface="Instrument Sans SemiBold"/>
              <a:buNone/>
            </a:pPr>
            <a:r>
              <a:rPr b="1" i="0" lang="en-US" sz="3900" u="none" cap="none" strike="noStrike">
                <a:solidFill>
                  <a:srgbClr val="091C53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Authentikáció &amp; Authorizáció</a:t>
            </a:r>
            <a:endParaRPr b="0" i="0" sz="3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24"/>
          <p:cNvSpPr txBox="1"/>
          <p:nvPr>
            <p:ph idx="12" type="sldNum"/>
          </p:nvPr>
        </p:nvSpPr>
        <p:spPr>
          <a:xfrm>
            <a:off x="238374" y="7384400"/>
            <a:ext cx="684600" cy="630000"/>
          </a:xfrm>
          <a:prstGeom prst="rect">
            <a:avLst/>
          </a:prstGeom>
          <a:noFill/>
          <a:ln>
            <a:noFill/>
          </a:ln>
        </p:spPr>
        <p:txBody>
          <a:bodyPr anchorCtr="0" anchor="t" bIns="134100" lIns="134100" spcFirstLastPara="1" rIns="134100" wrap="square" tIns="1341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US"/>
              <a:t>7</a:t>
            </a:r>
            <a:endParaRPr/>
          </a:p>
        </p:txBody>
      </p:sp>
      <p:pic>
        <p:nvPicPr>
          <p:cNvPr descr="A screenshot of a video game&#10;&#10;AI-generated content may be incorrect." id="191" name="Google Shape;191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8932" y="1428594"/>
            <a:ext cx="13813071" cy="627080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25"/>
          <p:cNvSpPr/>
          <p:nvPr/>
        </p:nvSpPr>
        <p:spPr>
          <a:xfrm>
            <a:off x="674250" y="529825"/>
            <a:ext cx="6881100" cy="70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333"/>
              </a:lnSpc>
              <a:spcBef>
                <a:spcPts val="0"/>
              </a:spcBef>
              <a:spcAft>
                <a:spcPts val="0"/>
              </a:spcAft>
              <a:buClr>
                <a:srgbClr val="091C53"/>
              </a:buClr>
              <a:buSzPts val="3750"/>
              <a:buFont typeface="Instrument Sans SemiBold"/>
              <a:buNone/>
            </a:pPr>
            <a:r>
              <a:rPr b="1" i="0" lang="en-US" sz="3750" u="none" cap="none" strike="noStrike">
                <a:solidFill>
                  <a:srgbClr val="091C53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Edzőterem regisztráció</a:t>
            </a:r>
            <a:endParaRPr b="0" i="0" sz="37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8" name="Google Shape;198;p25"/>
          <p:cNvSpPr txBox="1"/>
          <p:nvPr>
            <p:ph idx="12" type="sldNum"/>
          </p:nvPr>
        </p:nvSpPr>
        <p:spPr>
          <a:xfrm>
            <a:off x="238374" y="7384400"/>
            <a:ext cx="684600" cy="630000"/>
          </a:xfrm>
          <a:prstGeom prst="rect">
            <a:avLst/>
          </a:prstGeom>
          <a:noFill/>
          <a:ln>
            <a:noFill/>
          </a:ln>
        </p:spPr>
        <p:txBody>
          <a:bodyPr anchorCtr="0" anchor="t" bIns="134100" lIns="134100" spcFirstLastPara="1" rIns="134100" wrap="square" tIns="1341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A group of colorful squares&#10;&#10;AI-generated content may be incorrect." id="199" name="Google Shape;199;p25"/>
          <p:cNvPicPr preferRelativeResize="0"/>
          <p:nvPr/>
        </p:nvPicPr>
        <p:blipFill rotWithShape="1">
          <a:blip r:embed="rId3">
            <a:alphaModFix/>
          </a:blip>
          <a:srcRect b="0" l="0" r="56944" t="38483"/>
          <a:stretch/>
        </p:blipFill>
        <p:spPr>
          <a:xfrm>
            <a:off x="737465" y="1439825"/>
            <a:ext cx="13892935" cy="6411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6"/>
          <p:cNvSpPr/>
          <p:nvPr/>
        </p:nvSpPr>
        <p:spPr>
          <a:xfrm>
            <a:off x="674250" y="529825"/>
            <a:ext cx="6881100" cy="70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333"/>
              </a:lnSpc>
              <a:spcBef>
                <a:spcPts val="0"/>
              </a:spcBef>
              <a:spcAft>
                <a:spcPts val="0"/>
              </a:spcAft>
              <a:buClr>
                <a:srgbClr val="091C53"/>
              </a:buClr>
              <a:buSzPts val="3750"/>
              <a:buFont typeface="Instrument Sans SemiBold"/>
              <a:buNone/>
            </a:pPr>
            <a:r>
              <a:rPr b="1" i="0" lang="en-US" sz="3750" u="none" cap="none" strike="noStrike">
                <a:solidFill>
                  <a:srgbClr val="091C53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Edzőterem regisztráció</a:t>
            </a:r>
            <a:endParaRPr b="0" i="0" sz="37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6" name="Google Shape;206;p26"/>
          <p:cNvSpPr txBox="1"/>
          <p:nvPr>
            <p:ph idx="12" type="sldNum"/>
          </p:nvPr>
        </p:nvSpPr>
        <p:spPr>
          <a:xfrm>
            <a:off x="238374" y="7384400"/>
            <a:ext cx="684600" cy="630000"/>
          </a:xfrm>
          <a:prstGeom prst="rect">
            <a:avLst/>
          </a:prstGeom>
          <a:noFill/>
          <a:ln>
            <a:noFill/>
          </a:ln>
        </p:spPr>
        <p:txBody>
          <a:bodyPr anchorCtr="0" anchor="t" bIns="134100" lIns="134100" spcFirstLastPara="1" rIns="134100" wrap="square" tIns="1341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A group of colorful squares&#10;&#10;AI-generated content may be incorrect." id="207" name="Google Shape;207;p26"/>
          <p:cNvPicPr preferRelativeResize="0"/>
          <p:nvPr/>
        </p:nvPicPr>
        <p:blipFill rotWithShape="1">
          <a:blip r:embed="rId3">
            <a:alphaModFix/>
          </a:blip>
          <a:srcRect b="42576" l="7874" r="46785" t="-1558"/>
          <a:stretch/>
        </p:blipFill>
        <p:spPr>
          <a:xfrm>
            <a:off x="0" y="1236625"/>
            <a:ext cx="14630400" cy="6147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27"/>
          <p:cNvSpPr/>
          <p:nvPr/>
        </p:nvSpPr>
        <p:spPr>
          <a:xfrm>
            <a:off x="674250" y="529825"/>
            <a:ext cx="6881100" cy="70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333"/>
              </a:lnSpc>
              <a:spcBef>
                <a:spcPts val="0"/>
              </a:spcBef>
              <a:spcAft>
                <a:spcPts val="0"/>
              </a:spcAft>
              <a:buClr>
                <a:srgbClr val="091C53"/>
              </a:buClr>
              <a:buSzPts val="3750"/>
              <a:buFont typeface="Instrument Sans SemiBold"/>
              <a:buNone/>
            </a:pPr>
            <a:r>
              <a:rPr b="1" i="0" lang="en-US" sz="3750" u="none" cap="none" strike="noStrike">
                <a:solidFill>
                  <a:srgbClr val="091C53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Edzőterem regisztráció</a:t>
            </a:r>
            <a:endParaRPr b="0" i="0" sz="37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27"/>
          <p:cNvSpPr txBox="1"/>
          <p:nvPr>
            <p:ph idx="12" type="sldNum"/>
          </p:nvPr>
        </p:nvSpPr>
        <p:spPr>
          <a:xfrm>
            <a:off x="238374" y="7384400"/>
            <a:ext cx="684600" cy="630000"/>
          </a:xfrm>
          <a:prstGeom prst="rect">
            <a:avLst/>
          </a:prstGeom>
          <a:noFill/>
          <a:ln>
            <a:noFill/>
          </a:ln>
        </p:spPr>
        <p:txBody>
          <a:bodyPr anchorCtr="0" anchor="t" bIns="134100" lIns="134100" spcFirstLastPara="1" rIns="134100" wrap="square" tIns="1341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A group of colorful squares&#10;&#10;AI-generated content may be incorrect." id="215" name="Google Shape;215;p27"/>
          <p:cNvPicPr preferRelativeResize="0"/>
          <p:nvPr/>
        </p:nvPicPr>
        <p:blipFill rotWithShape="1">
          <a:blip r:embed="rId3">
            <a:alphaModFix/>
          </a:blip>
          <a:srcRect b="31073" l="52117" r="-2365" t="-3135"/>
          <a:stretch/>
        </p:blipFill>
        <p:spPr>
          <a:xfrm>
            <a:off x="0" y="1236625"/>
            <a:ext cx="14630400" cy="6777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28"/>
          <p:cNvSpPr/>
          <p:nvPr/>
        </p:nvSpPr>
        <p:spPr>
          <a:xfrm>
            <a:off x="674250" y="529825"/>
            <a:ext cx="6881100" cy="70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333"/>
              </a:lnSpc>
              <a:spcBef>
                <a:spcPts val="0"/>
              </a:spcBef>
              <a:spcAft>
                <a:spcPts val="0"/>
              </a:spcAft>
              <a:buClr>
                <a:srgbClr val="091C53"/>
              </a:buClr>
              <a:buSzPts val="3750"/>
              <a:buFont typeface="Instrument Sans SemiBold"/>
              <a:buNone/>
            </a:pPr>
            <a:r>
              <a:rPr b="1" i="0" lang="en-US" sz="3750" u="none" cap="none" strike="noStrike">
                <a:solidFill>
                  <a:srgbClr val="091C53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Edzőterem regisztráció</a:t>
            </a:r>
            <a:endParaRPr b="0" i="0" sz="37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2" name="Google Shape;222;p28"/>
          <p:cNvSpPr txBox="1"/>
          <p:nvPr>
            <p:ph idx="12" type="sldNum"/>
          </p:nvPr>
        </p:nvSpPr>
        <p:spPr>
          <a:xfrm>
            <a:off x="238374" y="7384400"/>
            <a:ext cx="684600" cy="630000"/>
          </a:xfrm>
          <a:prstGeom prst="rect">
            <a:avLst/>
          </a:prstGeom>
          <a:noFill/>
          <a:ln>
            <a:noFill/>
          </a:ln>
        </p:spPr>
        <p:txBody>
          <a:bodyPr anchorCtr="0" anchor="t" bIns="134100" lIns="134100" spcFirstLastPara="1" rIns="134100" wrap="square" tIns="1341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A group of colorful squares&#10;&#10;AI-generated content may be incorrect." id="223" name="Google Shape;223;p28"/>
          <p:cNvPicPr preferRelativeResize="0"/>
          <p:nvPr/>
        </p:nvPicPr>
        <p:blipFill rotWithShape="1">
          <a:blip r:embed="rId3">
            <a:alphaModFix/>
          </a:blip>
          <a:srcRect b="-6861" l="-1925" r="-2365" t="-3135"/>
          <a:stretch/>
        </p:blipFill>
        <p:spPr>
          <a:xfrm>
            <a:off x="238374" y="2019301"/>
            <a:ext cx="14537462" cy="4953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9"/>
          <p:cNvSpPr/>
          <p:nvPr/>
        </p:nvSpPr>
        <p:spPr>
          <a:xfrm>
            <a:off x="628412" y="493752"/>
            <a:ext cx="6101596" cy="56102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714"/>
              </a:lnSpc>
              <a:spcBef>
                <a:spcPts val="0"/>
              </a:spcBef>
              <a:spcAft>
                <a:spcPts val="0"/>
              </a:spcAft>
              <a:buClr>
                <a:srgbClr val="091C53"/>
              </a:buClr>
              <a:buSzPts val="3500"/>
              <a:buFont typeface="Instrument Sans SemiBold"/>
              <a:buNone/>
            </a:pPr>
            <a:r>
              <a:rPr b="1" i="0" lang="en-US" sz="3500" u="none" cap="none" strike="noStrike">
                <a:solidFill>
                  <a:srgbClr val="091C53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asd</a:t>
            </a:r>
            <a:endParaRPr b="0" i="0" sz="3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0" name="Google Shape;230;p9"/>
          <p:cNvSpPr txBox="1"/>
          <p:nvPr>
            <p:ph idx="12" type="sldNum"/>
          </p:nvPr>
        </p:nvSpPr>
        <p:spPr>
          <a:xfrm>
            <a:off x="238374" y="7384400"/>
            <a:ext cx="684600" cy="630000"/>
          </a:xfrm>
          <a:prstGeom prst="rect">
            <a:avLst/>
          </a:prstGeom>
          <a:noFill/>
          <a:ln>
            <a:noFill/>
          </a:ln>
        </p:spPr>
        <p:txBody>
          <a:bodyPr anchorCtr="0" anchor="t" bIns="134100" lIns="134100" spcFirstLastPara="1" rIns="134100" wrap="square" tIns="1341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10"/>
          <p:cNvSpPr txBox="1"/>
          <p:nvPr>
            <p:ph idx="12" type="sldNum"/>
          </p:nvPr>
        </p:nvSpPr>
        <p:spPr>
          <a:xfrm>
            <a:off x="238374" y="7384400"/>
            <a:ext cx="684600" cy="630000"/>
          </a:xfrm>
          <a:prstGeom prst="rect">
            <a:avLst/>
          </a:prstGeom>
          <a:noFill/>
          <a:ln>
            <a:noFill/>
          </a:ln>
        </p:spPr>
        <p:txBody>
          <a:bodyPr anchorCtr="0" anchor="t" bIns="134100" lIns="134100" spcFirstLastPara="1" rIns="134100" wrap="square" tIns="1341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37" name="Google Shape;237;p10"/>
          <p:cNvSpPr/>
          <p:nvPr/>
        </p:nvSpPr>
        <p:spPr>
          <a:xfrm>
            <a:off x="563880" y="443508"/>
            <a:ext cx="6441996" cy="5033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396"/>
              </a:lnSpc>
              <a:spcBef>
                <a:spcPts val="0"/>
              </a:spcBef>
              <a:spcAft>
                <a:spcPts val="0"/>
              </a:spcAft>
              <a:buClr>
                <a:srgbClr val="091C53"/>
              </a:buClr>
              <a:buSzPts val="3150"/>
              <a:buFont typeface="Instrument Sans SemiBold"/>
              <a:buNone/>
            </a:pPr>
            <a:r>
              <a:rPr b="1" i="0" lang="en-US" sz="3150" u="none" cap="none" strike="noStrike">
                <a:solidFill>
                  <a:srgbClr val="091C53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asd</a:t>
            </a:r>
            <a:endParaRPr b="0" i="0" sz="31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2025-11-14T09:36:21Z</dcterms:created>
</cp:coreProperties>
</file>